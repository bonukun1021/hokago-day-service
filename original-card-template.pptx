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406908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0916" y="690372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0916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0916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900684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ひふきトカゲ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751076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45436" y="754380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11" name="Image 0" descr="c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24128"/>
            <a:ext cx="1892808" cy="119786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2356" y="246430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19556" y="24277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ひのこ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979676" y="24277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62356" y="267462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ちいさなひをはく。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2356" y="2948940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5236" y="2948940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9556" y="291236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ほのおのしっぽ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979676" y="29123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62356" y="315925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しっぽのひでこうげき。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70916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781812" y="3438144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37260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84148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531620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952244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2281428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47188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0" name="Shape 27"/>
          <p:cNvSpPr/>
          <p:nvPr/>
        </p:nvSpPr>
        <p:spPr>
          <a:xfrm>
            <a:off x="2674620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38628" y="690372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38628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738628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3168396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あめふりガエル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4018788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613148" y="754380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20924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38" name="Image 1" descr="c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024128"/>
            <a:ext cx="1892808" cy="1197864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2830068" y="246430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287268" y="24277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みずでっぽう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247388" y="24277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2830068" y="267462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くちからみずをとばす。</a:t>
            </a:r>
            <a:endParaRPr lang="en-US" sz="850" dirty="0"/>
          </a:p>
        </p:txBody>
      </p:sp>
      <p:sp>
        <p:nvSpPr>
          <p:cNvPr id="43" name="Shape 39"/>
          <p:cNvSpPr/>
          <p:nvPr/>
        </p:nvSpPr>
        <p:spPr>
          <a:xfrm>
            <a:off x="2830068" y="2948940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3012948" y="2948940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287268" y="291236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ずぶぬれ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4247388" y="29123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2830068" y="315925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あたまのみずでこうげき。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2738628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77520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50" name="Shape 46"/>
          <p:cNvSpPr/>
          <p:nvPr/>
        </p:nvSpPr>
        <p:spPr>
          <a:xfrm>
            <a:off x="3049524" y="3438144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204972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3451860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53" name="Text 49"/>
          <p:cNvSpPr txBox="1"/>
          <p:nvPr/>
        </p:nvSpPr>
        <p:spPr>
          <a:xfrm>
            <a:off x="379933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54" name="Text 50"/>
          <p:cNvSpPr txBox="1"/>
          <p:nvPr/>
        </p:nvSpPr>
        <p:spPr>
          <a:xfrm>
            <a:off x="4219956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55" name="Shape 51"/>
          <p:cNvSpPr/>
          <p:nvPr/>
        </p:nvSpPr>
        <p:spPr>
          <a:xfrm>
            <a:off x="4549140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4914900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57" name="Shape 53"/>
          <p:cNvSpPr/>
          <p:nvPr/>
        </p:nvSpPr>
        <p:spPr>
          <a:xfrm>
            <a:off x="4942332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006340" y="690372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06340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06340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61" name="Text 57"/>
          <p:cNvSpPr txBox="1"/>
          <p:nvPr/>
        </p:nvSpPr>
        <p:spPr>
          <a:xfrm>
            <a:off x="5436108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はっぱウサギ</a:t>
            </a:r>
            <a:endParaRPr lang="en-US" sz="1100" dirty="0"/>
          </a:p>
        </p:txBody>
      </p:sp>
      <p:sp>
        <p:nvSpPr>
          <p:cNvPr id="62" name="Text 58"/>
          <p:cNvSpPr txBox="1"/>
          <p:nvPr/>
        </p:nvSpPr>
        <p:spPr>
          <a:xfrm>
            <a:off x="6286500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880860" y="754380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5088636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65" name="Image 2" descr="c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024128"/>
            <a:ext cx="1892808" cy="1197864"/>
          </a:xfrm>
          <a:prstGeom prst="rect">
            <a:avLst/>
          </a:prstGeom>
        </p:spPr>
      </p:pic>
      <p:sp>
        <p:nvSpPr>
          <p:cNvPr id="66" name="Shape 61"/>
          <p:cNvSpPr/>
          <p:nvPr/>
        </p:nvSpPr>
        <p:spPr>
          <a:xfrm>
            <a:off x="5097780" y="246430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5554980" y="24277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はっぱカッター</a:t>
            </a:r>
            <a:endParaRPr lang="en-US" sz="1200" dirty="0"/>
          </a:p>
        </p:txBody>
      </p:sp>
      <p:sp>
        <p:nvSpPr>
          <p:cNvPr id="68" name="Text 63"/>
          <p:cNvSpPr txBox="1"/>
          <p:nvPr/>
        </p:nvSpPr>
        <p:spPr>
          <a:xfrm>
            <a:off x="6515100" y="24277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400" dirty="0"/>
          </a:p>
        </p:txBody>
      </p:sp>
      <p:sp>
        <p:nvSpPr>
          <p:cNvPr id="69" name="Text 64"/>
          <p:cNvSpPr txBox="1"/>
          <p:nvPr/>
        </p:nvSpPr>
        <p:spPr>
          <a:xfrm>
            <a:off x="5097780" y="267462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はっぱをとばして こうげき。</a:t>
            </a:r>
            <a:endParaRPr lang="en-US" sz="850" dirty="0"/>
          </a:p>
        </p:txBody>
      </p:sp>
      <p:sp>
        <p:nvSpPr>
          <p:cNvPr id="70" name="Shape 65"/>
          <p:cNvSpPr/>
          <p:nvPr/>
        </p:nvSpPr>
        <p:spPr>
          <a:xfrm>
            <a:off x="5097780" y="2948940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>
            <a:off x="5280660" y="2948940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5554980" y="291236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ふわタックル</a:t>
            </a:r>
            <a:endParaRPr lang="en-US" sz="1200" dirty="0"/>
          </a:p>
        </p:txBody>
      </p:sp>
      <p:sp>
        <p:nvSpPr>
          <p:cNvPr id="73" name="Text 68"/>
          <p:cNvSpPr txBox="1"/>
          <p:nvPr/>
        </p:nvSpPr>
        <p:spPr>
          <a:xfrm>
            <a:off x="6515100" y="29123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74" name="Text 69"/>
          <p:cNvSpPr txBox="1"/>
          <p:nvPr/>
        </p:nvSpPr>
        <p:spPr>
          <a:xfrm>
            <a:off x="5097780" y="315925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やわらかいからだでぶつかる。</a:t>
            </a:r>
            <a:endParaRPr lang="en-US" sz="850" dirty="0"/>
          </a:p>
        </p:txBody>
      </p:sp>
      <p:sp>
        <p:nvSpPr>
          <p:cNvPr id="75" name="Shape 70"/>
          <p:cNvSpPr/>
          <p:nvPr/>
        </p:nvSpPr>
        <p:spPr>
          <a:xfrm>
            <a:off x="5006340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76" name="Text 71"/>
          <p:cNvSpPr txBox="1"/>
          <p:nvPr/>
        </p:nvSpPr>
        <p:spPr>
          <a:xfrm>
            <a:off x="5042916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5317236" y="3438144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8" name="Text 73"/>
          <p:cNvSpPr txBox="1"/>
          <p:nvPr/>
        </p:nvSpPr>
        <p:spPr>
          <a:xfrm>
            <a:off x="5472684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79" name="Text 74"/>
          <p:cNvSpPr txBox="1"/>
          <p:nvPr/>
        </p:nvSpPr>
        <p:spPr>
          <a:xfrm>
            <a:off x="5719572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80" name="Text 75"/>
          <p:cNvSpPr txBox="1"/>
          <p:nvPr/>
        </p:nvSpPr>
        <p:spPr>
          <a:xfrm>
            <a:off x="606704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81" name="Text 76"/>
          <p:cNvSpPr txBox="1"/>
          <p:nvPr/>
        </p:nvSpPr>
        <p:spPr>
          <a:xfrm>
            <a:off x="6487668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6816852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83" name="Shape 78"/>
          <p:cNvSpPr/>
          <p:nvPr/>
        </p:nvSpPr>
        <p:spPr>
          <a:xfrm>
            <a:off x="379476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84" name="Shape 79"/>
          <p:cNvSpPr/>
          <p:nvPr/>
        </p:nvSpPr>
        <p:spPr>
          <a:xfrm>
            <a:off x="406908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470916" y="3854196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470916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470916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88" name="Text 83"/>
          <p:cNvSpPr txBox="1"/>
          <p:nvPr/>
        </p:nvSpPr>
        <p:spPr>
          <a:xfrm>
            <a:off x="900684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89" name="Text 84"/>
          <p:cNvSpPr txBox="1"/>
          <p:nvPr/>
        </p:nvSpPr>
        <p:spPr>
          <a:xfrm>
            <a:off x="1751076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90" name="Shape 85"/>
          <p:cNvSpPr/>
          <p:nvPr/>
        </p:nvSpPr>
        <p:spPr>
          <a:xfrm>
            <a:off x="2345436" y="3918204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1" name="Shape 86"/>
          <p:cNvSpPr/>
          <p:nvPr/>
        </p:nvSpPr>
        <p:spPr>
          <a:xfrm>
            <a:off x="553212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92" name="Text 87"/>
          <p:cNvSpPr txBox="1"/>
          <p:nvPr/>
        </p:nvSpPr>
        <p:spPr>
          <a:xfrm>
            <a:off x="553212" y="4174236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93" name="Shape 88"/>
          <p:cNvSpPr/>
          <p:nvPr/>
        </p:nvSpPr>
        <p:spPr>
          <a:xfrm>
            <a:off x="562356" y="5628132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4" name="Text 89"/>
          <p:cNvSpPr txBox="1"/>
          <p:nvPr/>
        </p:nvSpPr>
        <p:spPr>
          <a:xfrm>
            <a:off x="1019556" y="55915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95" name="Text 90"/>
          <p:cNvSpPr txBox="1"/>
          <p:nvPr/>
        </p:nvSpPr>
        <p:spPr>
          <a:xfrm>
            <a:off x="1979676" y="559155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96" name="Text 91"/>
          <p:cNvSpPr txBox="1"/>
          <p:nvPr/>
        </p:nvSpPr>
        <p:spPr>
          <a:xfrm>
            <a:off x="562356" y="583844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97" name="Shape 92"/>
          <p:cNvSpPr/>
          <p:nvPr/>
        </p:nvSpPr>
        <p:spPr>
          <a:xfrm>
            <a:off x="562356" y="6112764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8" name="Shape 93"/>
          <p:cNvSpPr/>
          <p:nvPr/>
        </p:nvSpPr>
        <p:spPr>
          <a:xfrm>
            <a:off x="745236" y="6112764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9" name="Text 94"/>
          <p:cNvSpPr txBox="1"/>
          <p:nvPr/>
        </p:nvSpPr>
        <p:spPr>
          <a:xfrm>
            <a:off x="1019556" y="60761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00" name="Text 95"/>
          <p:cNvSpPr txBox="1"/>
          <p:nvPr/>
        </p:nvSpPr>
        <p:spPr>
          <a:xfrm>
            <a:off x="1979676" y="60761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01" name="Text 96"/>
          <p:cNvSpPr txBox="1"/>
          <p:nvPr/>
        </p:nvSpPr>
        <p:spPr>
          <a:xfrm>
            <a:off x="562356" y="632307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02" name="Shape 97"/>
          <p:cNvSpPr/>
          <p:nvPr/>
        </p:nvSpPr>
        <p:spPr>
          <a:xfrm>
            <a:off x="470916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03" name="Text 98"/>
          <p:cNvSpPr txBox="1"/>
          <p:nvPr/>
        </p:nvSpPr>
        <p:spPr>
          <a:xfrm>
            <a:off x="50749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04" name="Shape 99"/>
          <p:cNvSpPr/>
          <p:nvPr/>
        </p:nvSpPr>
        <p:spPr>
          <a:xfrm>
            <a:off x="781812" y="6601968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5" name="Text 100"/>
          <p:cNvSpPr txBox="1"/>
          <p:nvPr/>
        </p:nvSpPr>
        <p:spPr>
          <a:xfrm>
            <a:off x="937260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06" name="Text 101"/>
          <p:cNvSpPr txBox="1"/>
          <p:nvPr/>
        </p:nvSpPr>
        <p:spPr>
          <a:xfrm>
            <a:off x="1184148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07" name="Text 102"/>
          <p:cNvSpPr txBox="1"/>
          <p:nvPr/>
        </p:nvSpPr>
        <p:spPr>
          <a:xfrm>
            <a:off x="1531620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08" name="Text 103"/>
          <p:cNvSpPr txBox="1"/>
          <p:nvPr/>
        </p:nvSpPr>
        <p:spPr>
          <a:xfrm>
            <a:off x="1952244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09" name="Shape 104"/>
          <p:cNvSpPr/>
          <p:nvPr/>
        </p:nvSpPr>
        <p:spPr>
          <a:xfrm>
            <a:off x="2281428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2647188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11" name="Shape 106"/>
          <p:cNvSpPr/>
          <p:nvPr/>
        </p:nvSpPr>
        <p:spPr>
          <a:xfrm>
            <a:off x="2674620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2738628" y="3854196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>
            <a:off x="2738628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4" name="Text 109"/>
          <p:cNvSpPr txBox="1"/>
          <p:nvPr/>
        </p:nvSpPr>
        <p:spPr>
          <a:xfrm>
            <a:off x="2738628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15" name="Text 110"/>
          <p:cNvSpPr txBox="1"/>
          <p:nvPr/>
        </p:nvSpPr>
        <p:spPr>
          <a:xfrm>
            <a:off x="3168396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16" name="Text 111"/>
          <p:cNvSpPr txBox="1"/>
          <p:nvPr/>
        </p:nvSpPr>
        <p:spPr>
          <a:xfrm>
            <a:off x="4018788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17" name="Shape 112"/>
          <p:cNvSpPr/>
          <p:nvPr/>
        </p:nvSpPr>
        <p:spPr>
          <a:xfrm>
            <a:off x="4613148" y="3918204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>
            <a:off x="2820924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19" name="Text 114"/>
          <p:cNvSpPr txBox="1"/>
          <p:nvPr/>
        </p:nvSpPr>
        <p:spPr>
          <a:xfrm>
            <a:off x="2820924" y="4174236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20" name="Shape 115"/>
          <p:cNvSpPr/>
          <p:nvPr/>
        </p:nvSpPr>
        <p:spPr>
          <a:xfrm>
            <a:off x="2830068" y="5628132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1" name="Text 116"/>
          <p:cNvSpPr txBox="1"/>
          <p:nvPr/>
        </p:nvSpPr>
        <p:spPr>
          <a:xfrm>
            <a:off x="3287268" y="55915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22" name="Text 117"/>
          <p:cNvSpPr txBox="1"/>
          <p:nvPr/>
        </p:nvSpPr>
        <p:spPr>
          <a:xfrm>
            <a:off x="4247388" y="559155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23" name="Text 118"/>
          <p:cNvSpPr txBox="1"/>
          <p:nvPr/>
        </p:nvSpPr>
        <p:spPr>
          <a:xfrm>
            <a:off x="2830068" y="583844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24" name="Shape 119"/>
          <p:cNvSpPr/>
          <p:nvPr/>
        </p:nvSpPr>
        <p:spPr>
          <a:xfrm>
            <a:off x="2830068" y="6112764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3012948" y="6112764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3287268" y="60761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27" name="Text 122"/>
          <p:cNvSpPr txBox="1"/>
          <p:nvPr/>
        </p:nvSpPr>
        <p:spPr>
          <a:xfrm>
            <a:off x="4247388" y="60761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28" name="Text 123"/>
          <p:cNvSpPr txBox="1"/>
          <p:nvPr/>
        </p:nvSpPr>
        <p:spPr>
          <a:xfrm>
            <a:off x="2830068" y="632307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29" name="Shape 124"/>
          <p:cNvSpPr/>
          <p:nvPr/>
        </p:nvSpPr>
        <p:spPr>
          <a:xfrm>
            <a:off x="2738628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30" name="Text 125"/>
          <p:cNvSpPr txBox="1"/>
          <p:nvPr/>
        </p:nvSpPr>
        <p:spPr>
          <a:xfrm>
            <a:off x="277520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31" name="Shape 126"/>
          <p:cNvSpPr/>
          <p:nvPr/>
        </p:nvSpPr>
        <p:spPr>
          <a:xfrm>
            <a:off x="3049524" y="6601968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3204972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33" name="Text 128"/>
          <p:cNvSpPr txBox="1"/>
          <p:nvPr/>
        </p:nvSpPr>
        <p:spPr>
          <a:xfrm>
            <a:off x="3451860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34" name="Text 129"/>
          <p:cNvSpPr txBox="1"/>
          <p:nvPr/>
        </p:nvSpPr>
        <p:spPr>
          <a:xfrm>
            <a:off x="379933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35" name="Text 130"/>
          <p:cNvSpPr txBox="1"/>
          <p:nvPr/>
        </p:nvSpPr>
        <p:spPr>
          <a:xfrm>
            <a:off x="4219956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36" name="Shape 131"/>
          <p:cNvSpPr/>
          <p:nvPr/>
        </p:nvSpPr>
        <p:spPr>
          <a:xfrm>
            <a:off x="4549140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7" name="Shape 132"/>
          <p:cNvSpPr/>
          <p:nvPr/>
        </p:nvSpPr>
        <p:spPr>
          <a:xfrm>
            <a:off x="4914900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38" name="Shape 133"/>
          <p:cNvSpPr/>
          <p:nvPr/>
        </p:nvSpPr>
        <p:spPr>
          <a:xfrm>
            <a:off x="4942332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39" name="Shape 134"/>
          <p:cNvSpPr/>
          <p:nvPr/>
        </p:nvSpPr>
        <p:spPr>
          <a:xfrm>
            <a:off x="5006340" y="3854196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140" name="Shape 135"/>
          <p:cNvSpPr/>
          <p:nvPr/>
        </p:nvSpPr>
        <p:spPr>
          <a:xfrm>
            <a:off x="5006340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5006340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42" name="Text 137"/>
          <p:cNvSpPr txBox="1"/>
          <p:nvPr/>
        </p:nvSpPr>
        <p:spPr>
          <a:xfrm>
            <a:off x="5436108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43" name="Text 138"/>
          <p:cNvSpPr txBox="1"/>
          <p:nvPr/>
        </p:nvSpPr>
        <p:spPr>
          <a:xfrm>
            <a:off x="6286500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44" name="Shape 139"/>
          <p:cNvSpPr/>
          <p:nvPr/>
        </p:nvSpPr>
        <p:spPr>
          <a:xfrm>
            <a:off x="6880860" y="3918204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5" name="Shape 140"/>
          <p:cNvSpPr/>
          <p:nvPr/>
        </p:nvSpPr>
        <p:spPr>
          <a:xfrm>
            <a:off x="5088636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46" name="Text 141"/>
          <p:cNvSpPr txBox="1"/>
          <p:nvPr/>
        </p:nvSpPr>
        <p:spPr>
          <a:xfrm>
            <a:off x="5088636" y="4174236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47" name="Shape 142"/>
          <p:cNvSpPr/>
          <p:nvPr/>
        </p:nvSpPr>
        <p:spPr>
          <a:xfrm>
            <a:off x="5097780" y="5628132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8" name="Text 143"/>
          <p:cNvSpPr txBox="1"/>
          <p:nvPr/>
        </p:nvSpPr>
        <p:spPr>
          <a:xfrm>
            <a:off x="5554980" y="55915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49" name="Text 144"/>
          <p:cNvSpPr txBox="1"/>
          <p:nvPr/>
        </p:nvSpPr>
        <p:spPr>
          <a:xfrm>
            <a:off x="6515100" y="559155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50" name="Text 145"/>
          <p:cNvSpPr txBox="1"/>
          <p:nvPr/>
        </p:nvSpPr>
        <p:spPr>
          <a:xfrm>
            <a:off x="5097780" y="583844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51" name="Shape 146"/>
          <p:cNvSpPr/>
          <p:nvPr/>
        </p:nvSpPr>
        <p:spPr>
          <a:xfrm>
            <a:off x="5097780" y="6112764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2" name="Shape 147"/>
          <p:cNvSpPr/>
          <p:nvPr/>
        </p:nvSpPr>
        <p:spPr>
          <a:xfrm>
            <a:off x="5280660" y="6112764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3" name="Text 148"/>
          <p:cNvSpPr txBox="1"/>
          <p:nvPr/>
        </p:nvSpPr>
        <p:spPr>
          <a:xfrm>
            <a:off x="5554980" y="60761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54" name="Text 149"/>
          <p:cNvSpPr txBox="1"/>
          <p:nvPr/>
        </p:nvSpPr>
        <p:spPr>
          <a:xfrm>
            <a:off x="6515100" y="60761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55" name="Text 150"/>
          <p:cNvSpPr txBox="1"/>
          <p:nvPr/>
        </p:nvSpPr>
        <p:spPr>
          <a:xfrm>
            <a:off x="5097780" y="632307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56" name="Shape 151"/>
          <p:cNvSpPr/>
          <p:nvPr/>
        </p:nvSpPr>
        <p:spPr>
          <a:xfrm>
            <a:off x="5006340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57" name="Text 152"/>
          <p:cNvSpPr txBox="1"/>
          <p:nvPr/>
        </p:nvSpPr>
        <p:spPr>
          <a:xfrm>
            <a:off x="5042916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58" name="Shape 153"/>
          <p:cNvSpPr/>
          <p:nvPr/>
        </p:nvSpPr>
        <p:spPr>
          <a:xfrm>
            <a:off x="5317236" y="6601968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9" name="Text 154"/>
          <p:cNvSpPr txBox="1"/>
          <p:nvPr/>
        </p:nvSpPr>
        <p:spPr>
          <a:xfrm>
            <a:off x="5472684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60" name="Text 155"/>
          <p:cNvSpPr txBox="1"/>
          <p:nvPr/>
        </p:nvSpPr>
        <p:spPr>
          <a:xfrm>
            <a:off x="5719572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61" name="Text 156"/>
          <p:cNvSpPr txBox="1"/>
          <p:nvPr/>
        </p:nvSpPr>
        <p:spPr>
          <a:xfrm>
            <a:off x="606704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62" name="Text 157"/>
          <p:cNvSpPr txBox="1"/>
          <p:nvPr/>
        </p:nvSpPr>
        <p:spPr>
          <a:xfrm>
            <a:off x="6487668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63" name="Shape 158"/>
          <p:cNvSpPr/>
          <p:nvPr/>
        </p:nvSpPr>
        <p:spPr>
          <a:xfrm>
            <a:off x="6816852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64" name="Shape 159"/>
          <p:cNvSpPr/>
          <p:nvPr/>
        </p:nvSpPr>
        <p:spPr>
          <a:xfrm>
            <a:off x="379476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65" name="Shape 160"/>
          <p:cNvSpPr/>
          <p:nvPr/>
        </p:nvSpPr>
        <p:spPr>
          <a:xfrm>
            <a:off x="406908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66" name="Shape 161"/>
          <p:cNvSpPr/>
          <p:nvPr/>
        </p:nvSpPr>
        <p:spPr>
          <a:xfrm>
            <a:off x="470916" y="7018020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167" name="Shape 162"/>
          <p:cNvSpPr/>
          <p:nvPr/>
        </p:nvSpPr>
        <p:spPr>
          <a:xfrm>
            <a:off x="470916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68" name="Text 163"/>
          <p:cNvSpPr txBox="1"/>
          <p:nvPr/>
        </p:nvSpPr>
        <p:spPr>
          <a:xfrm>
            <a:off x="470916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69" name="Text 164"/>
          <p:cNvSpPr txBox="1"/>
          <p:nvPr/>
        </p:nvSpPr>
        <p:spPr>
          <a:xfrm>
            <a:off x="900684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70" name="Text 165"/>
          <p:cNvSpPr txBox="1"/>
          <p:nvPr/>
        </p:nvSpPr>
        <p:spPr>
          <a:xfrm>
            <a:off x="1751076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71" name="Shape 166"/>
          <p:cNvSpPr/>
          <p:nvPr/>
        </p:nvSpPr>
        <p:spPr>
          <a:xfrm>
            <a:off x="2345436" y="7082028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2" name="Shape 167"/>
          <p:cNvSpPr/>
          <p:nvPr/>
        </p:nvSpPr>
        <p:spPr>
          <a:xfrm>
            <a:off x="553212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73" name="Text 168"/>
          <p:cNvSpPr txBox="1"/>
          <p:nvPr/>
        </p:nvSpPr>
        <p:spPr>
          <a:xfrm>
            <a:off x="553212" y="7338060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74" name="Shape 169"/>
          <p:cNvSpPr/>
          <p:nvPr/>
        </p:nvSpPr>
        <p:spPr>
          <a:xfrm>
            <a:off x="562356" y="879195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5" name="Text 170"/>
          <p:cNvSpPr txBox="1"/>
          <p:nvPr/>
        </p:nvSpPr>
        <p:spPr>
          <a:xfrm>
            <a:off x="1019556" y="87553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76" name="Text 171"/>
          <p:cNvSpPr txBox="1"/>
          <p:nvPr/>
        </p:nvSpPr>
        <p:spPr>
          <a:xfrm>
            <a:off x="1979676" y="87553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77" name="Text 172"/>
          <p:cNvSpPr txBox="1"/>
          <p:nvPr/>
        </p:nvSpPr>
        <p:spPr>
          <a:xfrm>
            <a:off x="562356" y="900226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78" name="Shape 173"/>
          <p:cNvSpPr/>
          <p:nvPr/>
        </p:nvSpPr>
        <p:spPr>
          <a:xfrm>
            <a:off x="562356" y="927658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9" name="Shape 174"/>
          <p:cNvSpPr/>
          <p:nvPr/>
        </p:nvSpPr>
        <p:spPr>
          <a:xfrm>
            <a:off x="745236" y="927658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0" name="Text 175"/>
          <p:cNvSpPr txBox="1"/>
          <p:nvPr/>
        </p:nvSpPr>
        <p:spPr>
          <a:xfrm>
            <a:off x="1019556" y="92400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81" name="Text 176"/>
          <p:cNvSpPr txBox="1"/>
          <p:nvPr/>
        </p:nvSpPr>
        <p:spPr>
          <a:xfrm>
            <a:off x="1979676" y="92400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82" name="Text 177"/>
          <p:cNvSpPr txBox="1"/>
          <p:nvPr/>
        </p:nvSpPr>
        <p:spPr>
          <a:xfrm>
            <a:off x="562356" y="948690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83" name="Shape 178"/>
          <p:cNvSpPr/>
          <p:nvPr/>
        </p:nvSpPr>
        <p:spPr>
          <a:xfrm>
            <a:off x="470916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84" name="Text 179"/>
          <p:cNvSpPr txBox="1"/>
          <p:nvPr/>
        </p:nvSpPr>
        <p:spPr>
          <a:xfrm>
            <a:off x="50749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85" name="Shape 180"/>
          <p:cNvSpPr/>
          <p:nvPr/>
        </p:nvSpPr>
        <p:spPr>
          <a:xfrm>
            <a:off x="781812" y="9765792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6" name="Text 181"/>
          <p:cNvSpPr txBox="1"/>
          <p:nvPr/>
        </p:nvSpPr>
        <p:spPr>
          <a:xfrm>
            <a:off x="937260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87" name="Text 182"/>
          <p:cNvSpPr txBox="1"/>
          <p:nvPr/>
        </p:nvSpPr>
        <p:spPr>
          <a:xfrm>
            <a:off x="1184148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88" name="Text 183"/>
          <p:cNvSpPr txBox="1"/>
          <p:nvPr/>
        </p:nvSpPr>
        <p:spPr>
          <a:xfrm>
            <a:off x="1531620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89" name="Text 184"/>
          <p:cNvSpPr txBox="1"/>
          <p:nvPr/>
        </p:nvSpPr>
        <p:spPr>
          <a:xfrm>
            <a:off x="1952244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90" name="Shape 185"/>
          <p:cNvSpPr/>
          <p:nvPr/>
        </p:nvSpPr>
        <p:spPr>
          <a:xfrm>
            <a:off x="2281428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1" name="Shape 186"/>
          <p:cNvSpPr/>
          <p:nvPr/>
        </p:nvSpPr>
        <p:spPr>
          <a:xfrm>
            <a:off x="2647188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92" name="Shape 187"/>
          <p:cNvSpPr/>
          <p:nvPr/>
        </p:nvSpPr>
        <p:spPr>
          <a:xfrm>
            <a:off x="2674620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93" name="Shape 188"/>
          <p:cNvSpPr/>
          <p:nvPr/>
        </p:nvSpPr>
        <p:spPr>
          <a:xfrm>
            <a:off x="2738628" y="7018020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194" name="Shape 189"/>
          <p:cNvSpPr/>
          <p:nvPr/>
        </p:nvSpPr>
        <p:spPr>
          <a:xfrm>
            <a:off x="2738628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95" name="Text 190"/>
          <p:cNvSpPr txBox="1"/>
          <p:nvPr/>
        </p:nvSpPr>
        <p:spPr>
          <a:xfrm>
            <a:off x="2738628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96" name="Text 191"/>
          <p:cNvSpPr txBox="1"/>
          <p:nvPr/>
        </p:nvSpPr>
        <p:spPr>
          <a:xfrm>
            <a:off x="3168396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97" name="Text 192"/>
          <p:cNvSpPr txBox="1"/>
          <p:nvPr/>
        </p:nvSpPr>
        <p:spPr>
          <a:xfrm>
            <a:off x="4018788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98" name="Shape 193"/>
          <p:cNvSpPr/>
          <p:nvPr/>
        </p:nvSpPr>
        <p:spPr>
          <a:xfrm>
            <a:off x="4613148" y="7082028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9" name="Shape 194"/>
          <p:cNvSpPr/>
          <p:nvPr/>
        </p:nvSpPr>
        <p:spPr>
          <a:xfrm>
            <a:off x="2820924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200" name="Text 195"/>
          <p:cNvSpPr txBox="1"/>
          <p:nvPr/>
        </p:nvSpPr>
        <p:spPr>
          <a:xfrm>
            <a:off x="2820924" y="7338060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201" name="Shape 196"/>
          <p:cNvSpPr/>
          <p:nvPr/>
        </p:nvSpPr>
        <p:spPr>
          <a:xfrm>
            <a:off x="2830068" y="879195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2" name="Text 197"/>
          <p:cNvSpPr txBox="1"/>
          <p:nvPr/>
        </p:nvSpPr>
        <p:spPr>
          <a:xfrm>
            <a:off x="3287268" y="87553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203" name="Text 198"/>
          <p:cNvSpPr txBox="1"/>
          <p:nvPr/>
        </p:nvSpPr>
        <p:spPr>
          <a:xfrm>
            <a:off x="4247388" y="87553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204" name="Text 199"/>
          <p:cNvSpPr txBox="1"/>
          <p:nvPr/>
        </p:nvSpPr>
        <p:spPr>
          <a:xfrm>
            <a:off x="2830068" y="900226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05" name="Shape 200"/>
          <p:cNvSpPr/>
          <p:nvPr/>
        </p:nvSpPr>
        <p:spPr>
          <a:xfrm>
            <a:off x="2830068" y="927658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6" name="Shape 201"/>
          <p:cNvSpPr/>
          <p:nvPr/>
        </p:nvSpPr>
        <p:spPr>
          <a:xfrm>
            <a:off x="3012948" y="927658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7" name="Text 202"/>
          <p:cNvSpPr txBox="1"/>
          <p:nvPr/>
        </p:nvSpPr>
        <p:spPr>
          <a:xfrm>
            <a:off x="3287268" y="92400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08" name="Text 203"/>
          <p:cNvSpPr txBox="1"/>
          <p:nvPr/>
        </p:nvSpPr>
        <p:spPr>
          <a:xfrm>
            <a:off x="4247388" y="92400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209" name="Text 204"/>
          <p:cNvSpPr txBox="1"/>
          <p:nvPr/>
        </p:nvSpPr>
        <p:spPr>
          <a:xfrm>
            <a:off x="2830068" y="948690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10" name="Shape 205"/>
          <p:cNvSpPr/>
          <p:nvPr/>
        </p:nvSpPr>
        <p:spPr>
          <a:xfrm>
            <a:off x="2738628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11" name="Text 206"/>
          <p:cNvSpPr txBox="1"/>
          <p:nvPr/>
        </p:nvSpPr>
        <p:spPr>
          <a:xfrm>
            <a:off x="277520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12" name="Shape 207"/>
          <p:cNvSpPr/>
          <p:nvPr/>
        </p:nvSpPr>
        <p:spPr>
          <a:xfrm>
            <a:off x="3049524" y="9765792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3" name="Text 208"/>
          <p:cNvSpPr txBox="1"/>
          <p:nvPr/>
        </p:nvSpPr>
        <p:spPr>
          <a:xfrm>
            <a:off x="3204972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14" name="Text 209"/>
          <p:cNvSpPr txBox="1"/>
          <p:nvPr/>
        </p:nvSpPr>
        <p:spPr>
          <a:xfrm>
            <a:off x="3451860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15" name="Text 210"/>
          <p:cNvSpPr txBox="1"/>
          <p:nvPr/>
        </p:nvSpPr>
        <p:spPr>
          <a:xfrm>
            <a:off x="379933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16" name="Text 211"/>
          <p:cNvSpPr txBox="1"/>
          <p:nvPr/>
        </p:nvSpPr>
        <p:spPr>
          <a:xfrm>
            <a:off x="4219956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17" name="Shape 212"/>
          <p:cNvSpPr/>
          <p:nvPr/>
        </p:nvSpPr>
        <p:spPr>
          <a:xfrm>
            <a:off x="4549140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8" name="Shape 213"/>
          <p:cNvSpPr/>
          <p:nvPr/>
        </p:nvSpPr>
        <p:spPr>
          <a:xfrm>
            <a:off x="4914900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219" name="Shape 214"/>
          <p:cNvSpPr/>
          <p:nvPr/>
        </p:nvSpPr>
        <p:spPr>
          <a:xfrm>
            <a:off x="4942332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20" name="Shape 215"/>
          <p:cNvSpPr/>
          <p:nvPr/>
        </p:nvSpPr>
        <p:spPr>
          <a:xfrm>
            <a:off x="5006340" y="7018020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221" name="Shape 216"/>
          <p:cNvSpPr/>
          <p:nvPr/>
        </p:nvSpPr>
        <p:spPr>
          <a:xfrm>
            <a:off x="5006340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22" name="Text 217"/>
          <p:cNvSpPr txBox="1"/>
          <p:nvPr/>
        </p:nvSpPr>
        <p:spPr>
          <a:xfrm>
            <a:off x="5006340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223" name="Text 218"/>
          <p:cNvSpPr txBox="1"/>
          <p:nvPr/>
        </p:nvSpPr>
        <p:spPr>
          <a:xfrm>
            <a:off x="5436108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224" name="Text 219"/>
          <p:cNvSpPr txBox="1"/>
          <p:nvPr/>
        </p:nvSpPr>
        <p:spPr>
          <a:xfrm>
            <a:off x="6286500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225" name="Shape 220"/>
          <p:cNvSpPr/>
          <p:nvPr/>
        </p:nvSpPr>
        <p:spPr>
          <a:xfrm>
            <a:off x="6880860" y="7082028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6" name="Shape 221"/>
          <p:cNvSpPr/>
          <p:nvPr/>
        </p:nvSpPr>
        <p:spPr>
          <a:xfrm>
            <a:off x="5088636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227" name="Text 222"/>
          <p:cNvSpPr txBox="1"/>
          <p:nvPr/>
        </p:nvSpPr>
        <p:spPr>
          <a:xfrm>
            <a:off x="5088636" y="7338060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228" name="Shape 223"/>
          <p:cNvSpPr/>
          <p:nvPr/>
        </p:nvSpPr>
        <p:spPr>
          <a:xfrm>
            <a:off x="5097780" y="879195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9" name="Text 224"/>
          <p:cNvSpPr txBox="1"/>
          <p:nvPr/>
        </p:nvSpPr>
        <p:spPr>
          <a:xfrm>
            <a:off x="5554980" y="87553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230" name="Text 225"/>
          <p:cNvSpPr txBox="1"/>
          <p:nvPr/>
        </p:nvSpPr>
        <p:spPr>
          <a:xfrm>
            <a:off x="6515100" y="87553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231" name="Text 226"/>
          <p:cNvSpPr txBox="1"/>
          <p:nvPr/>
        </p:nvSpPr>
        <p:spPr>
          <a:xfrm>
            <a:off x="5097780" y="900226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32" name="Shape 227"/>
          <p:cNvSpPr/>
          <p:nvPr/>
        </p:nvSpPr>
        <p:spPr>
          <a:xfrm>
            <a:off x="5097780" y="927658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3" name="Shape 228"/>
          <p:cNvSpPr/>
          <p:nvPr/>
        </p:nvSpPr>
        <p:spPr>
          <a:xfrm>
            <a:off x="5280660" y="927658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4" name="Text 229"/>
          <p:cNvSpPr txBox="1"/>
          <p:nvPr/>
        </p:nvSpPr>
        <p:spPr>
          <a:xfrm>
            <a:off x="5554980" y="92400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35" name="Text 230"/>
          <p:cNvSpPr txBox="1"/>
          <p:nvPr/>
        </p:nvSpPr>
        <p:spPr>
          <a:xfrm>
            <a:off x="6515100" y="92400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236" name="Text 231"/>
          <p:cNvSpPr txBox="1"/>
          <p:nvPr/>
        </p:nvSpPr>
        <p:spPr>
          <a:xfrm>
            <a:off x="5097780" y="948690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37" name="Shape 232"/>
          <p:cNvSpPr/>
          <p:nvPr/>
        </p:nvSpPr>
        <p:spPr>
          <a:xfrm>
            <a:off x="5006340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38" name="Text 233"/>
          <p:cNvSpPr txBox="1"/>
          <p:nvPr/>
        </p:nvSpPr>
        <p:spPr>
          <a:xfrm>
            <a:off x="5042916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39" name="Shape 234"/>
          <p:cNvSpPr/>
          <p:nvPr/>
        </p:nvSpPr>
        <p:spPr>
          <a:xfrm>
            <a:off x="5317236" y="9765792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0" name="Text 235"/>
          <p:cNvSpPr txBox="1"/>
          <p:nvPr/>
        </p:nvSpPr>
        <p:spPr>
          <a:xfrm>
            <a:off x="5472684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41" name="Text 236"/>
          <p:cNvSpPr txBox="1"/>
          <p:nvPr/>
        </p:nvSpPr>
        <p:spPr>
          <a:xfrm>
            <a:off x="5719572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42" name="Text 237"/>
          <p:cNvSpPr txBox="1"/>
          <p:nvPr/>
        </p:nvSpPr>
        <p:spPr>
          <a:xfrm>
            <a:off x="606704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43" name="Text 238"/>
          <p:cNvSpPr txBox="1"/>
          <p:nvPr/>
        </p:nvSpPr>
        <p:spPr>
          <a:xfrm>
            <a:off x="6487668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44" name="Shape 239"/>
          <p:cNvSpPr/>
          <p:nvPr/>
        </p:nvSpPr>
        <p:spPr>
          <a:xfrm>
            <a:off x="6816852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オリジナルカード テンプレート（A4・9枚）</dc:title>
  <dc:subject>PptxGenJS Presentation</dc:subject>
  <dc:creator>PptxGenJS</dc:creator>
  <cp:lastModifiedBy>PptxGenJS</cp:lastModifiedBy>
  <cp:revision>1</cp:revision>
  <dcterms:created xsi:type="dcterms:W3CDTF">2026-10-10T22:09:07Z</dcterms:created>
  <dcterms:modified xsi:type="dcterms:W3CDTF">2026-10-10T22:09:07Z</dcterms:modified>
</cp:coreProperties>
</file>