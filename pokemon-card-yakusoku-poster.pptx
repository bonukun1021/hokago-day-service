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74320"/>
            <a:ext cx="6922008" cy="1234440"/>
          </a:xfrm>
          <a:prstGeom prst="roundRect">
            <a:avLst>
              <a:gd name="adj" fmla="val 11111"/>
            </a:avLst>
          </a:prstGeom>
          <a:solidFill>
            <a:srgbClr val="1F3A5F"/>
          </a:solidFill>
          <a:ln w="6350">
            <a:solidFill>
              <a:srgbClr val="1F3A5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20040" y="365760"/>
            <a:ext cx="6922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D54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ポケモンカード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320040" y="749808"/>
            <a:ext cx="6922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みんなの　やくそく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320040" y="1719072"/>
            <a:ext cx="6922008" cy="1371600"/>
          </a:xfrm>
          <a:prstGeom prst="roundRect">
            <a:avLst>
              <a:gd name="adj" fmla="val 10000"/>
            </a:avLst>
          </a:prstGeom>
          <a:solidFill>
            <a:srgbClr val="FDECE8"/>
          </a:solidFill>
          <a:ln w="31750">
            <a:solidFill>
              <a:srgbClr val="E845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993392"/>
            <a:ext cx="822960" cy="822960"/>
          </a:xfrm>
          <a:prstGeom prst="ellipse">
            <a:avLst/>
          </a:prstGeom>
          <a:solidFill>
            <a:srgbClr val="E8452E"/>
          </a:solidFill>
          <a:ln w="6350">
            <a:solidFill>
              <a:srgbClr val="E845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9339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18836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カードを　なげない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615184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カードは　たいせつに　あつかおう。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3218688"/>
            <a:ext cx="6922008" cy="1371600"/>
          </a:xfrm>
          <a:prstGeom prst="roundRect">
            <a:avLst>
              <a:gd name="adj" fmla="val 10000"/>
            </a:avLst>
          </a:prstGeom>
          <a:solidFill>
            <a:srgbClr val="FFF4DB"/>
          </a:solidFill>
          <a:ln w="31750">
            <a:solidFill>
              <a:srgbClr val="E59A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493008"/>
            <a:ext cx="822960" cy="822960"/>
          </a:xfrm>
          <a:prstGeom prst="ellipse">
            <a:avLst/>
          </a:prstGeom>
          <a:solidFill>
            <a:srgbClr val="E59A00"/>
          </a:solidFill>
          <a:ln w="6350">
            <a:solidFill>
              <a:srgbClr val="E59A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49300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38328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かっても、あいてを　からかわない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11480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あいてがいるから　あそべるよ。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20040" y="4718304"/>
            <a:ext cx="6922008" cy="1371600"/>
          </a:xfrm>
          <a:prstGeom prst="roundRect">
            <a:avLst>
              <a:gd name="adj" fmla="val 10000"/>
            </a:avLst>
          </a:prstGeom>
          <a:solidFill>
            <a:srgbClr val="E9F3FC"/>
          </a:solidFill>
          <a:ln w="31750">
            <a:solidFill>
              <a:srgbClr val="3A8F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4992624"/>
            <a:ext cx="822960" cy="822960"/>
          </a:xfrm>
          <a:prstGeom prst="ellipse">
            <a:avLst/>
          </a:prstGeom>
          <a:solidFill>
            <a:srgbClr val="3A8FD9"/>
          </a:solidFill>
          <a:ln w="6350">
            <a:solidFill>
              <a:srgbClr val="3A8FD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99262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1600200" y="488289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ルールで　まよったら、スタッフに　きく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5614416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じぶんたちで　けんかしないで、きいてみよう。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20040" y="6217920"/>
            <a:ext cx="6922008" cy="1371600"/>
          </a:xfrm>
          <a:prstGeom prst="roundRect">
            <a:avLst>
              <a:gd name="adj" fmla="val 10000"/>
            </a:avLst>
          </a:prstGeom>
          <a:solidFill>
            <a:srgbClr val="EAF6E8"/>
          </a:solidFill>
          <a:ln w="31750">
            <a:solidFill>
              <a:srgbClr val="3FA5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6492240"/>
            <a:ext cx="822960" cy="822960"/>
          </a:xfrm>
          <a:prstGeom prst="ellipse">
            <a:avLst/>
          </a:prstGeom>
          <a:solidFill>
            <a:srgbClr val="3FA535"/>
          </a:solidFill>
          <a:ln w="6350">
            <a:solidFill>
              <a:srgbClr val="3FA53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64922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1600200" y="638251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222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くやしく　なったら、おやすみ　してOK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600200" y="711403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4444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おちついたら、また　まぜてね。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20040" y="7735824"/>
            <a:ext cx="6922008" cy="2688336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25400">
            <a:solidFill>
              <a:srgbClr val="7B8794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502920" y="7827264"/>
            <a:ext cx="6556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みんなで　はなしあって、やくそくは　かえることが　できます！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8284464"/>
            <a:ext cx="6556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あたらしい　やくそくを　みんなで　きめたら、ここに　かこう。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" y="86959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87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5.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60120" y="9061704"/>
            <a:ext cx="6080760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9116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87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6.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60120" y="9482328"/>
            <a:ext cx="6080760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94360" y="9537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879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7.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60120" y="9902952"/>
            <a:ext cx="6080760" cy="0"/>
          </a:xfrm>
          <a:prstGeom prst="line">
            <a:avLst/>
          </a:prstGeom>
          <a:noFill/>
          <a:ln w="12700">
            <a:solidFill>
              <a:srgbClr val="7B8794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ポケモンカード みんなのやくそく</dc:title>
  <dc:subject>PptxGenJS Presentation</dc:subject>
  <dc:creator>PptxGenJS</dc:creator>
  <cp:lastModifiedBy>PptxGenJS</cp:lastModifiedBy>
  <cp:revision>1</cp:revision>
  <dcterms:created xsi:type="dcterms:W3CDTF">2026-10-10T23:42:23Z</dcterms:created>
  <dcterms:modified xsi:type="dcterms:W3CDTF">2026-10-10T23:42:23Z</dcterms:modified>
</cp:coreProperties>
</file>