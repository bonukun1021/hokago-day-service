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9476" y="598932"/>
            <a:ext cx="2267712" cy="3163824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406908" y="626364"/>
            <a:ext cx="2212848" cy="3108960"/>
          </a:xfrm>
          <a:prstGeom prst="roundRect">
            <a:avLst>
              <a:gd name="adj" fmla="val 413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0916" y="690372"/>
            <a:ext cx="2084832" cy="2980944"/>
          </a:xfrm>
          <a:prstGeom prst="rect">
            <a:avLst/>
          </a:prstGeom>
          <a:solidFill>
            <a:srgbClr val="F6B58A"/>
          </a:solidFill>
          <a:ln w="6350">
            <a:solidFill>
              <a:srgbClr val="F6B5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0916" y="690372"/>
            <a:ext cx="384048" cy="155448"/>
          </a:xfrm>
          <a:prstGeom prst="roundRect">
            <a:avLst>
              <a:gd name="adj" fmla="val 2941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70916" y="690372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たね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900684" y="708660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なまえ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751076" y="70866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HP ○○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45436" y="754380"/>
            <a:ext cx="173736" cy="173736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3212" y="1010412"/>
            <a:ext cx="1920240" cy="1225296"/>
          </a:xfrm>
          <a:prstGeom prst="rect">
            <a:avLst/>
          </a:prstGeom>
          <a:solidFill>
            <a:srgbClr val="FFFFFF"/>
          </a:solidFill>
          <a:ln w="31750">
            <a:solidFill>
              <a:srgbClr val="C9CC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" y="1010412"/>
            <a:ext cx="17190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ここに絵をかく・はる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53212" y="224485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ランク ○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62356" y="2482596"/>
            <a:ext cx="155448" cy="155448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19556" y="2446020"/>
            <a:ext cx="1097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ワザ名１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979676" y="24460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○○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62356" y="269290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62356" y="2967228"/>
            <a:ext cx="155448" cy="155448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5236" y="2967228"/>
            <a:ext cx="155448" cy="155448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9556" y="2930652"/>
            <a:ext cx="1097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ワザ名２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979676" y="29306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○○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" y="317754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0916" y="3415284"/>
            <a:ext cx="2084832" cy="182880"/>
          </a:xfrm>
          <a:prstGeom prst="rect">
            <a:avLst/>
          </a:prstGeom>
          <a:solidFill>
            <a:srgbClr val="DADDE0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7492" y="341528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弱点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81812" y="3438144"/>
            <a:ext cx="137160" cy="137160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7260" y="34152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×2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84148" y="34152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抵抗力</a:t>
            </a:r>
            <a:endParaRPr lang="en-US" sz="700" dirty="0"/>
          </a:p>
        </p:txBody>
      </p:sp>
      <p:sp>
        <p:nvSpPr>
          <p:cNvPr id="27" name="Text 25"/>
          <p:cNvSpPr txBox="1"/>
          <p:nvPr/>
        </p:nvSpPr>
        <p:spPr>
          <a:xfrm>
            <a:off x="1531620" y="341528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－20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1952244" y="341528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にげる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281428" y="3438144"/>
            <a:ext cx="137160" cy="137160"/>
          </a:xfrm>
          <a:prstGeom prst="ellipse">
            <a:avLst/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47188" y="598932"/>
            <a:ext cx="2267712" cy="3163824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2674620" y="626364"/>
            <a:ext cx="2212848" cy="3108960"/>
          </a:xfrm>
          <a:prstGeom prst="roundRect">
            <a:avLst>
              <a:gd name="adj" fmla="val 413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38628" y="690372"/>
            <a:ext cx="2084832" cy="2980944"/>
          </a:xfrm>
          <a:prstGeom prst="rect">
            <a:avLst/>
          </a:prstGeom>
          <a:solidFill>
            <a:srgbClr val="A9D6F5"/>
          </a:solidFill>
          <a:ln w="6350">
            <a:solidFill>
              <a:srgbClr val="A9D6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38628" y="690372"/>
            <a:ext cx="384048" cy="155448"/>
          </a:xfrm>
          <a:prstGeom prst="roundRect">
            <a:avLst>
              <a:gd name="adj" fmla="val 2941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738628" y="690372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たね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3168396" y="708660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なまえ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4018788" y="70866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HP ○○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613148" y="754380"/>
            <a:ext cx="173736" cy="173736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20924" y="1010412"/>
            <a:ext cx="1920240" cy="1225296"/>
          </a:xfrm>
          <a:prstGeom prst="rect">
            <a:avLst/>
          </a:prstGeom>
          <a:solidFill>
            <a:srgbClr val="FFFFFF"/>
          </a:solidFill>
          <a:ln w="31750">
            <a:solidFill>
              <a:srgbClr val="C9CCD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921508" y="1010412"/>
            <a:ext cx="17190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ここに絵をかく・はる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2820924" y="224485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ランク ○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830068" y="2482596"/>
            <a:ext cx="155448" cy="155448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287268" y="2446020"/>
            <a:ext cx="1097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ワザ名１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4247388" y="24460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○○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2830068" y="269290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830068" y="2967228"/>
            <a:ext cx="155448" cy="155448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12948" y="2967228"/>
            <a:ext cx="155448" cy="155448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287268" y="2930652"/>
            <a:ext cx="1097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ワザ名２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4247388" y="29306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○○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2830068" y="317754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738628" y="3415284"/>
            <a:ext cx="2084832" cy="182880"/>
          </a:xfrm>
          <a:prstGeom prst="rect">
            <a:avLst/>
          </a:prstGeom>
          <a:solidFill>
            <a:srgbClr val="DADDE0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775204" y="341528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弱点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3049524" y="3438144"/>
            <a:ext cx="137160" cy="137160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204972" y="34152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×2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3451860" y="34152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抵抗力</a:t>
            </a:r>
            <a:endParaRPr lang="en-US" sz="700" dirty="0"/>
          </a:p>
        </p:txBody>
      </p:sp>
      <p:sp>
        <p:nvSpPr>
          <p:cNvPr id="55" name="Text 53"/>
          <p:cNvSpPr txBox="1"/>
          <p:nvPr/>
        </p:nvSpPr>
        <p:spPr>
          <a:xfrm>
            <a:off x="3799332" y="341528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－20</a:t>
            </a:r>
            <a:endParaRPr lang="en-US" sz="800" dirty="0"/>
          </a:p>
        </p:txBody>
      </p:sp>
      <p:sp>
        <p:nvSpPr>
          <p:cNvPr id="56" name="Text 54"/>
          <p:cNvSpPr txBox="1"/>
          <p:nvPr/>
        </p:nvSpPr>
        <p:spPr>
          <a:xfrm>
            <a:off x="4219956" y="341528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にげる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4549140" y="3438144"/>
            <a:ext cx="137160" cy="137160"/>
          </a:xfrm>
          <a:prstGeom prst="ellipse">
            <a:avLst/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914900" y="598932"/>
            <a:ext cx="2267712" cy="3163824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4942332" y="626364"/>
            <a:ext cx="2212848" cy="3108960"/>
          </a:xfrm>
          <a:prstGeom prst="roundRect">
            <a:avLst>
              <a:gd name="adj" fmla="val 413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006340" y="690372"/>
            <a:ext cx="2084832" cy="2980944"/>
          </a:xfrm>
          <a:prstGeom prst="rect">
            <a:avLst/>
          </a:prstGeom>
          <a:solidFill>
            <a:srgbClr val="BFE35A"/>
          </a:solidFill>
          <a:ln w="6350">
            <a:solidFill>
              <a:srgbClr val="BFE35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006340" y="690372"/>
            <a:ext cx="384048" cy="155448"/>
          </a:xfrm>
          <a:prstGeom prst="roundRect">
            <a:avLst>
              <a:gd name="adj" fmla="val 2941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006340" y="690372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たね</a:t>
            </a:r>
            <a:endParaRPr lang="en-US" sz="800" dirty="0"/>
          </a:p>
        </p:txBody>
      </p:sp>
      <p:sp>
        <p:nvSpPr>
          <p:cNvPr id="63" name="Text 61"/>
          <p:cNvSpPr txBox="1"/>
          <p:nvPr/>
        </p:nvSpPr>
        <p:spPr>
          <a:xfrm>
            <a:off x="5436108" y="708660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なまえ</a:t>
            </a:r>
            <a:endParaRPr lang="en-US" sz="1500" dirty="0"/>
          </a:p>
        </p:txBody>
      </p:sp>
      <p:sp>
        <p:nvSpPr>
          <p:cNvPr id="64" name="Text 62"/>
          <p:cNvSpPr txBox="1"/>
          <p:nvPr/>
        </p:nvSpPr>
        <p:spPr>
          <a:xfrm>
            <a:off x="6286500" y="70866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HP ○○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880860" y="754380"/>
            <a:ext cx="173736" cy="173736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088636" y="1010412"/>
            <a:ext cx="1920240" cy="1225296"/>
          </a:xfrm>
          <a:prstGeom prst="rect">
            <a:avLst/>
          </a:prstGeom>
          <a:solidFill>
            <a:srgbClr val="FFFFFF"/>
          </a:solidFill>
          <a:ln w="31750">
            <a:solidFill>
              <a:srgbClr val="C9CCD0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5189220" y="1010412"/>
            <a:ext cx="17190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ここに絵をかく・はる</a:t>
            </a:r>
            <a:endParaRPr lang="en-US" sz="950" dirty="0"/>
          </a:p>
        </p:txBody>
      </p:sp>
      <p:sp>
        <p:nvSpPr>
          <p:cNvPr id="68" name="Text 66"/>
          <p:cNvSpPr txBox="1"/>
          <p:nvPr/>
        </p:nvSpPr>
        <p:spPr>
          <a:xfrm>
            <a:off x="5088636" y="224485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ランク ○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097780" y="2482596"/>
            <a:ext cx="155448" cy="155448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5554980" y="2446020"/>
            <a:ext cx="1097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ワザ名１</a:t>
            </a:r>
            <a:endParaRPr lang="en-US" sz="1200" dirty="0"/>
          </a:p>
        </p:txBody>
      </p:sp>
      <p:sp>
        <p:nvSpPr>
          <p:cNvPr id="71" name="Text 69"/>
          <p:cNvSpPr txBox="1"/>
          <p:nvPr/>
        </p:nvSpPr>
        <p:spPr>
          <a:xfrm>
            <a:off x="6515100" y="24460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○○</a:t>
            </a:r>
            <a:endParaRPr lang="en-US" sz="1400" dirty="0"/>
          </a:p>
        </p:txBody>
      </p:sp>
      <p:sp>
        <p:nvSpPr>
          <p:cNvPr id="72" name="Text 70"/>
          <p:cNvSpPr txBox="1"/>
          <p:nvPr/>
        </p:nvSpPr>
        <p:spPr>
          <a:xfrm>
            <a:off x="5097780" y="269290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5097780" y="2967228"/>
            <a:ext cx="155448" cy="155448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280660" y="2967228"/>
            <a:ext cx="155448" cy="155448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5554980" y="2930652"/>
            <a:ext cx="1097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ワザ名２</a:t>
            </a:r>
            <a:endParaRPr lang="en-US" sz="1200" dirty="0"/>
          </a:p>
        </p:txBody>
      </p:sp>
      <p:sp>
        <p:nvSpPr>
          <p:cNvPr id="76" name="Text 74"/>
          <p:cNvSpPr txBox="1"/>
          <p:nvPr/>
        </p:nvSpPr>
        <p:spPr>
          <a:xfrm>
            <a:off x="6515100" y="29306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○○</a:t>
            </a:r>
            <a:endParaRPr lang="en-US" sz="1400" dirty="0"/>
          </a:p>
        </p:txBody>
      </p:sp>
      <p:sp>
        <p:nvSpPr>
          <p:cNvPr id="77" name="Text 75"/>
          <p:cNvSpPr txBox="1"/>
          <p:nvPr/>
        </p:nvSpPr>
        <p:spPr>
          <a:xfrm>
            <a:off x="5097780" y="317754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5006340" y="3415284"/>
            <a:ext cx="2084832" cy="182880"/>
          </a:xfrm>
          <a:prstGeom prst="rect">
            <a:avLst/>
          </a:prstGeom>
          <a:solidFill>
            <a:srgbClr val="DADDE0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5042916" y="341528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弱点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5317236" y="3438144"/>
            <a:ext cx="137160" cy="137160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5472684" y="34152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×2</a:t>
            </a:r>
            <a:endParaRPr lang="en-US" sz="900" dirty="0"/>
          </a:p>
        </p:txBody>
      </p:sp>
      <p:sp>
        <p:nvSpPr>
          <p:cNvPr id="82" name="Text 80"/>
          <p:cNvSpPr txBox="1"/>
          <p:nvPr/>
        </p:nvSpPr>
        <p:spPr>
          <a:xfrm>
            <a:off x="5719572" y="34152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抵抗力</a:t>
            </a:r>
            <a:endParaRPr lang="en-US" sz="700" dirty="0"/>
          </a:p>
        </p:txBody>
      </p:sp>
      <p:sp>
        <p:nvSpPr>
          <p:cNvPr id="83" name="Text 81"/>
          <p:cNvSpPr txBox="1"/>
          <p:nvPr/>
        </p:nvSpPr>
        <p:spPr>
          <a:xfrm>
            <a:off x="6067044" y="341528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－20</a:t>
            </a:r>
            <a:endParaRPr lang="en-US" sz="800" dirty="0"/>
          </a:p>
        </p:txBody>
      </p:sp>
      <p:sp>
        <p:nvSpPr>
          <p:cNvPr id="84" name="Text 82"/>
          <p:cNvSpPr txBox="1"/>
          <p:nvPr/>
        </p:nvSpPr>
        <p:spPr>
          <a:xfrm>
            <a:off x="6487668" y="341528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にげる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6816852" y="3438144"/>
            <a:ext cx="137160" cy="137160"/>
          </a:xfrm>
          <a:prstGeom prst="ellipse">
            <a:avLst/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9476" y="3762756"/>
            <a:ext cx="2267712" cy="3163824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dash"/>
          </a:ln>
        </p:spPr>
      </p:sp>
      <p:sp>
        <p:nvSpPr>
          <p:cNvPr id="87" name="Shape 85"/>
          <p:cNvSpPr/>
          <p:nvPr/>
        </p:nvSpPr>
        <p:spPr>
          <a:xfrm>
            <a:off x="406908" y="3790188"/>
            <a:ext cx="2212848" cy="3108960"/>
          </a:xfrm>
          <a:prstGeom prst="roundRect">
            <a:avLst>
              <a:gd name="adj" fmla="val 413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70916" y="3854196"/>
            <a:ext cx="2084832" cy="2980944"/>
          </a:xfrm>
          <a:prstGeom prst="rect">
            <a:avLst/>
          </a:prstGeom>
          <a:solidFill>
            <a:srgbClr val="F6B58A"/>
          </a:solidFill>
          <a:ln w="6350">
            <a:solidFill>
              <a:srgbClr val="F6B58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70916" y="3854196"/>
            <a:ext cx="384048" cy="155448"/>
          </a:xfrm>
          <a:prstGeom prst="roundRect">
            <a:avLst>
              <a:gd name="adj" fmla="val 2941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470916" y="3854196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たね</a:t>
            </a:r>
            <a:endParaRPr lang="en-US" sz="800" dirty="0"/>
          </a:p>
        </p:txBody>
      </p:sp>
      <p:sp>
        <p:nvSpPr>
          <p:cNvPr id="91" name="Text 89"/>
          <p:cNvSpPr txBox="1"/>
          <p:nvPr/>
        </p:nvSpPr>
        <p:spPr>
          <a:xfrm>
            <a:off x="900684" y="3872484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なまえ</a:t>
            </a:r>
            <a:endParaRPr lang="en-US" sz="1500" dirty="0"/>
          </a:p>
        </p:txBody>
      </p:sp>
      <p:sp>
        <p:nvSpPr>
          <p:cNvPr id="92" name="Text 90"/>
          <p:cNvSpPr txBox="1"/>
          <p:nvPr/>
        </p:nvSpPr>
        <p:spPr>
          <a:xfrm>
            <a:off x="1751076" y="387248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HP ○○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2345436" y="3918204"/>
            <a:ext cx="173736" cy="173736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53212" y="4174236"/>
            <a:ext cx="1920240" cy="1225296"/>
          </a:xfrm>
          <a:prstGeom prst="rect">
            <a:avLst/>
          </a:prstGeom>
          <a:solidFill>
            <a:srgbClr val="FFFFFF"/>
          </a:solidFill>
          <a:ln w="31750">
            <a:solidFill>
              <a:srgbClr val="C9CCD0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653796" y="4174236"/>
            <a:ext cx="17190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ここに絵をかく・はる</a:t>
            </a:r>
            <a:endParaRPr lang="en-US" sz="950" dirty="0"/>
          </a:p>
        </p:txBody>
      </p:sp>
      <p:sp>
        <p:nvSpPr>
          <p:cNvPr id="96" name="Text 94"/>
          <p:cNvSpPr txBox="1"/>
          <p:nvPr/>
        </p:nvSpPr>
        <p:spPr>
          <a:xfrm>
            <a:off x="553212" y="540867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ランク ○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562356" y="5646420"/>
            <a:ext cx="155448" cy="155448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1019556" y="5609844"/>
            <a:ext cx="1097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ワザ名１</a:t>
            </a:r>
            <a:endParaRPr lang="en-US" sz="1200" dirty="0"/>
          </a:p>
        </p:txBody>
      </p:sp>
      <p:sp>
        <p:nvSpPr>
          <p:cNvPr id="99" name="Text 97"/>
          <p:cNvSpPr txBox="1"/>
          <p:nvPr/>
        </p:nvSpPr>
        <p:spPr>
          <a:xfrm>
            <a:off x="1979676" y="560984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○○</a:t>
            </a:r>
            <a:endParaRPr lang="en-US" sz="1400" dirty="0"/>
          </a:p>
        </p:txBody>
      </p:sp>
      <p:sp>
        <p:nvSpPr>
          <p:cNvPr id="100" name="Text 98"/>
          <p:cNvSpPr txBox="1"/>
          <p:nvPr/>
        </p:nvSpPr>
        <p:spPr>
          <a:xfrm>
            <a:off x="562356" y="585673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562356" y="6131052"/>
            <a:ext cx="155448" cy="155448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45236" y="6131052"/>
            <a:ext cx="155448" cy="155448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1019556" y="6094476"/>
            <a:ext cx="1097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ワザ名２</a:t>
            </a:r>
            <a:endParaRPr lang="en-US" sz="1200" dirty="0"/>
          </a:p>
        </p:txBody>
      </p:sp>
      <p:sp>
        <p:nvSpPr>
          <p:cNvPr id="104" name="Text 102"/>
          <p:cNvSpPr txBox="1"/>
          <p:nvPr/>
        </p:nvSpPr>
        <p:spPr>
          <a:xfrm>
            <a:off x="1979676" y="609447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○○</a:t>
            </a:r>
            <a:endParaRPr lang="en-US" sz="1400" dirty="0"/>
          </a:p>
        </p:txBody>
      </p:sp>
      <p:sp>
        <p:nvSpPr>
          <p:cNvPr id="105" name="Text 103"/>
          <p:cNvSpPr txBox="1"/>
          <p:nvPr/>
        </p:nvSpPr>
        <p:spPr>
          <a:xfrm>
            <a:off x="562356" y="634136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470916" y="6579108"/>
            <a:ext cx="2084832" cy="182880"/>
          </a:xfrm>
          <a:prstGeom prst="rect">
            <a:avLst/>
          </a:prstGeom>
          <a:solidFill>
            <a:srgbClr val="DADDE0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507492" y="65791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弱点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781812" y="6601968"/>
            <a:ext cx="137160" cy="137160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937260" y="657910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×2</a:t>
            </a:r>
            <a:endParaRPr lang="en-US" sz="900" dirty="0"/>
          </a:p>
        </p:txBody>
      </p:sp>
      <p:sp>
        <p:nvSpPr>
          <p:cNvPr id="110" name="Text 108"/>
          <p:cNvSpPr txBox="1"/>
          <p:nvPr/>
        </p:nvSpPr>
        <p:spPr>
          <a:xfrm>
            <a:off x="1184148" y="657910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抵抗力</a:t>
            </a:r>
            <a:endParaRPr lang="en-US" sz="700" dirty="0"/>
          </a:p>
        </p:txBody>
      </p:sp>
      <p:sp>
        <p:nvSpPr>
          <p:cNvPr id="111" name="Text 109"/>
          <p:cNvSpPr txBox="1"/>
          <p:nvPr/>
        </p:nvSpPr>
        <p:spPr>
          <a:xfrm>
            <a:off x="1531620" y="65791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－20</a:t>
            </a:r>
            <a:endParaRPr lang="en-US" sz="800" dirty="0"/>
          </a:p>
        </p:txBody>
      </p:sp>
      <p:sp>
        <p:nvSpPr>
          <p:cNvPr id="112" name="Text 110"/>
          <p:cNvSpPr txBox="1"/>
          <p:nvPr/>
        </p:nvSpPr>
        <p:spPr>
          <a:xfrm>
            <a:off x="1952244" y="657910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にげる</a:t>
            </a:r>
            <a:endParaRPr lang="en-US" sz="700" dirty="0"/>
          </a:p>
        </p:txBody>
      </p:sp>
      <p:sp>
        <p:nvSpPr>
          <p:cNvPr id="113" name="Shape 111"/>
          <p:cNvSpPr/>
          <p:nvPr/>
        </p:nvSpPr>
        <p:spPr>
          <a:xfrm>
            <a:off x="2281428" y="6601968"/>
            <a:ext cx="137160" cy="137160"/>
          </a:xfrm>
          <a:prstGeom prst="ellipse">
            <a:avLst/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647188" y="3762756"/>
            <a:ext cx="2267712" cy="3163824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dash"/>
          </a:ln>
        </p:spPr>
      </p:sp>
      <p:sp>
        <p:nvSpPr>
          <p:cNvPr id="115" name="Shape 113"/>
          <p:cNvSpPr/>
          <p:nvPr/>
        </p:nvSpPr>
        <p:spPr>
          <a:xfrm>
            <a:off x="2674620" y="3790188"/>
            <a:ext cx="2212848" cy="3108960"/>
          </a:xfrm>
          <a:prstGeom prst="roundRect">
            <a:avLst>
              <a:gd name="adj" fmla="val 413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738628" y="3854196"/>
            <a:ext cx="2084832" cy="2980944"/>
          </a:xfrm>
          <a:prstGeom prst="rect">
            <a:avLst/>
          </a:prstGeom>
          <a:solidFill>
            <a:srgbClr val="A9D6F5"/>
          </a:solidFill>
          <a:ln w="6350">
            <a:solidFill>
              <a:srgbClr val="A9D6F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738628" y="3854196"/>
            <a:ext cx="384048" cy="155448"/>
          </a:xfrm>
          <a:prstGeom prst="roundRect">
            <a:avLst>
              <a:gd name="adj" fmla="val 2941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2738628" y="3854196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たね</a:t>
            </a:r>
            <a:endParaRPr lang="en-US" sz="800" dirty="0"/>
          </a:p>
        </p:txBody>
      </p:sp>
      <p:sp>
        <p:nvSpPr>
          <p:cNvPr id="119" name="Text 117"/>
          <p:cNvSpPr txBox="1"/>
          <p:nvPr/>
        </p:nvSpPr>
        <p:spPr>
          <a:xfrm>
            <a:off x="3168396" y="3872484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なまえ</a:t>
            </a:r>
            <a:endParaRPr lang="en-US" sz="1500" dirty="0"/>
          </a:p>
        </p:txBody>
      </p:sp>
      <p:sp>
        <p:nvSpPr>
          <p:cNvPr id="120" name="Text 118"/>
          <p:cNvSpPr txBox="1"/>
          <p:nvPr/>
        </p:nvSpPr>
        <p:spPr>
          <a:xfrm>
            <a:off x="4018788" y="387248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HP ○○</a:t>
            </a:r>
            <a:endParaRPr lang="en-US" sz="1200" dirty="0"/>
          </a:p>
        </p:txBody>
      </p:sp>
      <p:sp>
        <p:nvSpPr>
          <p:cNvPr id="121" name="Shape 119"/>
          <p:cNvSpPr/>
          <p:nvPr/>
        </p:nvSpPr>
        <p:spPr>
          <a:xfrm>
            <a:off x="4613148" y="3918204"/>
            <a:ext cx="173736" cy="173736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2820924" y="4174236"/>
            <a:ext cx="1920240" cy="1225296"/>
          </a:xfrm>
          <a:prstGeom prst="rect">
            <a:avLst/>
          </a:prstGeom>
          <a:solidFill>
            <a:srgbClr val="FFFFFF"/>
          </a:solidFill>
          <a:ln w="31750">
            <a:solidFill>
              <a:srgbClr val="C9CCD0"/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2921508" y="4174236"/>
            <a:ext cx="17190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ここに絵をかく・はる</a:t>
            </a:r>
            <a:endParaRPr lang="en-US" sz="950" dirty="0"/>
          </a:p>
        </p:txBody>
      </p:sp>
      <p:sp>
        <p:nvSpPr>
          <p:cNvPr id="124" name="Text 122"/>
          <p:cNvSpPr txBox="1"/>
          <p:nvPr/>
        </p:nvSpPr>
        <p:spPr>
          <a:xfrm>
            <a:off x="2820924" y="540867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ランク ○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2830068" y="5646420"/>
            <a:ext cx="155448" cy="155448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3287268" y="5609844"/>
            <a:ext cx="1097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ワザ名１</a:t>
            </a:r>
            <a:endParaRPr lang="en-US" sz="1200" dirty="0"/>
          </a:p>
        </p:txBody>
      </p:sp>
      <p:sp>
        <p:nvSpPr>
          <p:cNvPr id="127" name="Text 125"/>
          <p:cNvSpPr txBox="1"/>
          <p:nvPr/>
        </p:nvSpPr>
        <p:spPr>
          <a:xfrm>
            <a:off x="4247388" y="560984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○○</a:t>
            </a:r>
            <a:endParaRPr lang="en-US" sz="1400" dirty="0"/>
          </a:p>
        </p:txBody>
      </p:sp>
      <p:sp>
        <p:nvSpPr>
          <p:cNvPr id="128" name="Text 126"/>
          <p:cNvSpPr txBox="1"/>
          <p:nvPr/>
        </p:nvSpPr>
        <p:spPr>
          <a:xfrm>
            <a:off x="2830068" y="585673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129" name="Shape 127"/>
          <p:cNvSpPr/>
          <p:nvPr/>
        </p:nvSpPr>
        <p:spPr>
          <a:xfrm>
            <a:off x="2830068" y="6131052"/>
            <a:ext cx="155448" cy="155448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3012948" y="6131052"/>
            <a:ext cx="155448" cy="155448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3287268" y="6094476"/>
            <a:ext cx="1097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ワザ名２</a:t>
            </a:r>
            <a:endParaRPr lang="en-US" sz="1200" dirty="0"/>
          </a:p>
        </p:txBody>
      </p:sp>
      <p:sp>
        <p:nvSpPr>
          <p:cNvPr id="132" name="Text 130"/>
          <p:cNvSpPr txBox="1"/>
          <p:nvPr/>
        </p:nvSpPr>
        <p:spPr>
          <a:xfrm>
            <a:off x="4247388" y="609447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○○</a:t>
            </a:r>
            <a:endParaRPr lang="en-US" sz="1400" dirty="0"/>
          </a:p>
        </p:txBody>
      </p:sp>
      <p:sp>
        <p:nvSpPr>
          <p:cNvPr id="133" name="Text 131"/>
          <p:cNvSpPr txBox="1"/>
          <p:nvPr/>
        </p:nvSpPr>
        <p:spPr>
          <a:xfrm>
            <a:off x="2830068" y="634136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134" name="Shape 132"/>
          <p:cNvSpPr/>
          <p:nvPr/>
        </p:nvSpPr>
        <p:spPr>
          <a:xfrm>
            <a:off x="2738628" y="6579108"/>
            <a:ext cx="2084832" cy="182880"/>
          </a:xfrm>
          <a:prstGeom prst="rect">
            <a:avLst/>
          </a:prstGeom>
          <a:solidFill>
            <a:srgbClr val="DADDE0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135" name="Text 133"/>
          <p:cNvSpPr txBox="1"/>
          <p:nvPr/>
        </p:nvSpPr>
        <p:spPr>
          <a:xfrm>
            <a:off x="2775204" y="65791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弱点</a:t>
            </a:r>
            <a:endParaRPr lang="en-US" sz="700" dirty="0"/>
          </a:p>
        </p:txBody>
      </p:sp>
      <p:sp>
        <p:nvSpPr>
          <p:cNvPr id="136" name="Shape 134"/>
          <p:cNvSpPr/>
          <p:nvPr/>
        </p:nvSpPr>
        <p:spPr>
          <a:xfrm>
            <a:off x="3049524" y="6601968"/>
            <a:ext cx="137160" cy="137160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37" name="Text 135"/>
          <p:cNvSpPr txBox="1"/>
          <p:nvPr/>
        </p:nvSpPr>
        <p:spPr>
          <a:xfrm>
            <a:off x="3204972" y="657910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×2</a:t>
            </a:r>
            <a:endParaRPr lang="en-US" sz="900" dirty="0"/>
          </a:p>
        </p:txBody>
      </p:sp>
      <p:sp>
        <p:nvSpPr>
          <p:cNvPr id="138" name="Text 136"/>
          <p:cNvSpPr txBox="1"/>
          <p:nvPr/>
        </p:nvSpPr>
        <p:spPr>
          <a:xfrm>
            <a:off x="3451860" y="657910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抵抗力</a:t>
            </a:r>
            <a:endParaRPr lang="en-US" sz="700" dirty="0"/>
          </a:p>
        </p:txBody>
      </p:sp>
      <p:sp>
        <p:nvSpPr>
          <p:cNvPr id="139" name="Text 137"/>
          <p:cNvSpPr txBox="1"/>
          <p:nvPr/>
        </p:nvSpPr>
        <p:spPr>
          <a:xfrm>
            <a:off x="3799332" y="65791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－20</a:t>
            </a:r>
            <a:endParaRPr lang="en-US" sz="800" dirty="0"/>
          </a:p>
        </p:txBody>
      </p:sp>
      <p:sp>
        <p:nvSpPr>
          <p:cNvPr id="140" name="Text 138"/>
          <p:cNvSpPr txBox="1"/>
          <p:nvPr/>
        </p:nvSpPr>
        <p:spPr>
          <a:xfrm>
            <a:off x="4219956" y="657910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にげる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4549140" y="6601968"/>
            <a:ext cx="137160" cy="137160"/>
          </a:xfrm>
          <a:prstGeom prst="ellipse">
            <a:avLst/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4914900" y="3762756"/>
            <a:ext cx="2267712" cy="3163824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dash"/>
          </a:ln>
        </p:spPr>
      </p:sp>
      <p:sp>
        <p:nvSpPr>
          <p:cNvPr id="143" name="Shape 141"/>
          <p:cNvSpPr/>
          <p:nvPr/>
        </p:nvSpPr>
        <p:spPr>
          <a:xfrm>
            <a:off x="4942332" y="3790188"/>
            <a:ext cx="2212848" cy="3108960"/>
          </a:xfrm>
          <a:prstGeom prst="roundRect">
            <a:avLst>
              <a:gd name="adj" fmla="val 413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006340" y="3854196"/>
            <a:ext cx="2084832" cy="2980944"/>
          </a:xfrm>
          <a:prstGeom prst="rect">
            <a:avLst/>
          </a:prstGeom>
          <a:solidFill>
            <a:srgbClr val="BFE35A"/>
          </a:solidFill>
          <a:ln w="6350">
            <a:solidFill>
              <a:srgbClr val="BFE35A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006340" y="3854196"/>
            <a:ext cx="384048" cy="155448"/>
          </a:xfrm>
          <a:prstGeom prst="roundRect">
            <a:avLst>
              <a:gd name="adj" fmla="val 2941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146" name="Text 144"/>
          <p:cNvSpPr txBox="1"/>
          <p:nvPr/>
        </p:nvSpPr>
        <p:spPr>
          <a:xfrm>
            <a:off x="5006340" y="3854196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たね</a:t>
            </a:r>
            <a:endParaRPr lang="en-US" sz="800" dirty="0"/>
          </a:p>
        </p:txBody>
      </p:sp>
      <p:sp>
        <p:nvSpPr>
          <p:cNvPr id="147" name="Text 145"/>
          <p:cNvSpPr txBox="1"/>
          <p:nvPr/>
        </p:nvSpPr>
        <p:spPr>
          <a:xfrm>
            <a:off x="5436108" y="3872484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なまえ</a:t>
            </a:r>
            <a:endParaRPr lang="en-US" sz="1500" dirty="0"/>
          </a:p>
        </p:txBody>
      </p:sp>
      <p:sp>
        <p:nvSpPr>
          <p:cNvPr id="148" name="Text 146"/>
          <p:cNvSpPr txBox="1"/>
          <p:nvPr/>
        </p:nvSpPr>
        <p:spPr>
          <a:xfrm>
            <a:off x="6286500" y="387248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HP ○○</a:t>
            </a:r>
            <a:endParaRPr lang="en-US" sz="1200" dirty="0"/>
          </a:p>
        </p:txBody>
      </p:sp>
      <p:sp>
        <p:nvSpPr>
          <p:cNvPr id="149" name="Shape 147"/>
          <p:cNvSpPr/>
          <p:nvPr/>
        </p:nvSpPr>
        <p:spPr>
          <a:xfrm>
            <a:off x="6880860" y="3918204"/>
            <a:ext cx="173736" cy="173736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088636" y="4174236"/>
            <a:ext cx="1920240" cy="1225296"/>
          </a:xfrm>
          <a:prstGeom prst="rect">
            <a:avLst/>
          </a:prstGeom>
          <a:solidFill>
            <a:srgbClr val="FFFFFF"/>
          </a:solidFill>
          <a:ln w="31750">
            <a:solidFill>
              <a:srgbClr val="C9CCD0"/>
            </a:solidFill>
            <a:prstDash val="solid"/>
          </a:ln>
        </p:spPr>
      </p:sp>
      <p:sp>
        <p:nvSpPr>
          <p:cNvPr id="151" name="Text 149"/>
          <p:cNvSpPr txBox="1"/>
          <p:nvPr/>
        </p:nvSpPr>
        <p:spPr>
          <a:xfrm>
            <a:off x="5189220" y="4174236"/>
            <a:ext cx="17190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ここに絵をかく・はる</a:t>
            </a:r>
            <a:endParaRPr lang="en-US" sz="950" dirty="0"/>
          </a:p>
        </p:txBody>
      </p:sp>
      <p:sp>
        <p:nvSpPr>
          <p:cNvPr id="152" name="Text 150"/>
          <p:cNvSpPr txBox="1"/>
          <p:nvPr/>
        </p:nvSpPr>
        <p:spPr>
          <a:xfrm>
            <a:off x="5088636" y="540867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ランク ○</a:t>
            </a:r>
            <a:endParaRPr lang="en-US" sz="800" dirty="0"/>
          </a:p>
        </p:txBody>
      </p:sp>
      <p:sp>
        <p:nvSpPr>
          <p:cNvPr id="153" name="Shape 151"/>
          <p:cNvSpPr/>
          <p:nvPr/>
        </p:nvSpPr>
        <p:spPr>
          <a:xfrm>
            <a:off x="5097780" y="5646420"/>
            <a:ext cx="155448" cy="155448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54" name="Text 152"/>
          <p:cNvSpPr txBox="1"/>
          <p:nvPr/>
        </p:nvSpPr>
        <p:spPr>
          <a:xfrm>
            <a:off x="5554980" y="5609844"/>
            <a:ext cx="1097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ワザ名１</a:t>
            </a:r>
            <a:endParaRPr lang="en-US" sz="1200" dirty="0"/>
          </a:p>
        </p:txBody>
      </p:sp>
      <p:sp>
        <p:nvSpPr>
          <p:cNvPr id="155" name="Text 153"/>
          <p:cNvSpPr txBox="1"/>
          <p:nvPr/>
        </p:nvSpPr>
        <p:spPr>
          <a:xfrm>
            <a:off x="6515100" y="560984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○○</a:t>
            </a:r>
            <a:endParaRPr lang="en-US" sz="1400" dirty="0"/>
          </a:p>
        </p:txBody>
      </p:sp>
      <p:sp>
        <p:nvSpPr>
          <p:cNvPr id="156" name="Text 154"/>
          <p:cNvSpPr txBox="1"/>
          <p:nvPr/>
        </p:nvSpPr>
        <p:spPr>
          <a:xfrm>
            <a:off x="5097780" y="585673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157" name="Shape 155"/>
          <p:cNvSpPr/>
          <p:nvPr/>
        </p:nvSpPr>
        <p:spPr>
          <a:xfrm>
            <a:off x="5097780" y="6131052"/>
            <a:ext cx="155448" cy="155448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280660" y="6131052"/>
            <a:ext cx="155448" cy="155448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59" name="Text 157"/>
          <p:cNvSpPr txBox="1"/>
          <p:nvPr/>
        </p:nvSpPr>
        <p:spPr>
          <a:xfrm>
            <a:off x="5554980" y="6094476"/>
            <a:ext cx="1097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ワザ名２</a:t>
            </a:r>
            <a:endParaRPr lang="en-US" sz="1200" dirty="0"/>
          </a:p>
        </p:txBody>
      </p:sp>
      <p:sp>
        <p:nvSpPr>
          <p:cNvPr id="160" name="Text 158"/>
          <p:cNvSpPr txBox="1"/>
          <p:nvPr/>
        </p:nvSpPr>
        <p:spPr>
          <a:xfrm>
            <a:off x="6515100" y="609447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○○</a:t>
            </a:r>
            <a:endParaRPr lang="en-US" sz="1400" dirty="0"/>
          </a:p>
        </p:txBody>
      </p:sp>
      <p:sp>
        <p:nvSpPr>
          <p:cNvPr id="161" name="Text 159"/>
          <p:cNvSpPr txBox="1"/>
          <p:nvPr/>
        </p:nvSpPr>
        <p:spPr>
          <a:xfrm>
            <a:off x="5097780" y="634136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162" name="Shape 160"/>
          <p:cNvSpPr/>
          <p:nvPr/>
        </p:nvSpPr>
        <p:spPr>
          <a:xfrm>
            <a:off x="5006340" y="6579108"/>
            <a:ext cx="2084832" cy="182880"/>
          </a:xfrm>
          <a:prstGeom prst="rect">
            <a:avLst/>
          </a:prstGeom>
          <a:solidFill>
            <a:srgbClr val="DADDE0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163" name="Text 161"/>
          <p:cNvSpPr txBox="1"/>
          <p:nvPr/>
        </p:nvSpPr>
        <p:spPr>
          <a:xfrm>
            <a:off x="5042916" y="65791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弱点</a:t>
            </a:r>
            <a:endParaRPr lang="en-US" sz="700" dirty="0"/>
          </a:p>
        </p:txBody>
      </p:sp>
      <p:sp>
        <p:nvSpPr>
          <p:cNvPr id="164" name="Shape 162"/>
          <p:cNvSpPr/>
          <p:nvPr/>
        </p:nvSpPr>
        <p:spPr>
          <a:xfrm>
            <a:off x="5317236" y="6601968"/>
            <a:ext cx="137160" cy="137160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65" name="Text 163"/>
          <p:cNvSpPr txBox="1"/>
          <p:nvPr/>
        </p:nvSpPr>
        <p:spPr>
          <a:xfrm>
            <a:off x="5472684" y="657910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×2</a:t>
            </a:r>
            <a:endParaRPr lang="en-US" sz="900" dirty="0"/>
          </a:p>
        </p:txBody>
      </p:sp>
      <p:sp>
        <p:nvSpPr>
          <p:cNvPr id="166" name="Text 164"/>
          <p:cNvSpPr txBox="1"/>
          <p:nvPr/>
        </p:nvSpPr>
        <p:spPr>
          <a:xfrm>
            <a:off x="5719572" y="657910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抵抗力</a:t>
            </a:r>
            <a:endParaRPr lang="en-US" sz="700" dirty="0"/>
          </a:p>
        </p:txBody>
      </p:sp>
      <p:sp>
        <p:nvSpPr>
          <p:cNvPr id="167" name="Text 165"/>
          <p:cNvSpPr txBox="1"/>
          <p:nvPr/>
        </p:nvSpPr>
        <p:spPr>
          <a:xfrm>
            <a:off x="6067044" y="65791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－20</a:t>
            </a:r>
            <a:endParaRPr lang="en-US" sz="800" dirty="0"/>
          </a:p>
        </p:txBody>
      </p:sp>
      <p:sp>
        <p:nvSpPr>
          <p:cNvPr id="168" name="Text 166"/>
          <p:cNvSpPr txBox="1"/>
          <p:nvPr/>
        </p:nvSpPr>
        <p:spPr>
          <a:xfrm>
            <a:off x="6487668" y="657910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にげる</a:t>
            </a:r>
            <a:endParaRPr lang="en-US" sz="700" dirty="0"/>
          </a:p>
        </p:txBody>
      </p:sp>
      <p:sp>
        <p:nvSpPr>
          <p:cNvPr id="169" name="Shape 167"/>
          <p:cNvSpPr/>
          <p:nvPr/>
        </p:nvSpPr>
        <p:spPr>
          <a:xfrm>
            <a:off x="6816852" y="6601968"/>
            <a:ext cx="137160" cy="137160"/>
          </a:xfrm>
          <a:prstGeom prst="ellipse">
            <a:avLst/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379476" y="6926580"/>
            <a:ext cx="2267712" cy="3163824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dash"/>
          </a:ln>
        </p:spPr>
      </p:sp>
      <p:sp>
        <p:nvSpPr>
          <p:cNvPr id="171" name="Shape 169"/>
          <p:cNvSpPr/>
          <p:nvPr/>
        </p:nvSpPr>
        <p:spPr>
          <a:xfrm>
            <a:off x="406908" y="6954012"/>
            <a:ext cx="2212848" cy="3108960"/>
          </a:xfrm>
          <a:prstGeom prst="roundRect">
            <a:avLst>
              <a:gd name="adj" fmla="val 413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470916" y="7018020"/>
            <a:ext cx="2084832" cy="2980944"/>
          </a:xfrm>
          <a:prstGeom prst="rect">
            <a:avLst/>
          </a:prstGeom>
          <a:solidFill>
            <a:srgbClr val="F6B58A"/>
          </a:solidFill>
          <a:ln w="6350">
            <a:solidFill>
              <a:srgbClr val="F6B58A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470916" y="7018020"/>
            <a:ext cx="384048" cy="155448"/>
          </a:xfrm>
          <a:prstGeom prst="roundRect">
            <a:avLst>
              <a:gd name="adj" fmla="val 2941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174" name="Text 172"/>
          <p:cNvSpPr txBox="1"/>
          <p:nvPr/>
        </p:nvSpPr>
        <p:spPr>
          <a:xfrm>
            <a:off x="470916" y="7018020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たね</a:t>
            </a:r>
            <a:endParaRPr lang="en-US" sz="800" dirty="0"/>
          </a:p>
        </p:txBody>
      </p:sp>
      <p:sp>
        <p:nvSpPr>
          <p:cNvPr id="175" name="Text 173"/>
          <p:cNvSpPr txBox="1"/>
          <p:nvPr/>
        </p:nvSpPr>
        <p:spPr>
          <a:xfrm>
            <a:off x="900684" y="7036308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なまえ</a:t>
            </a:r>
            <a:endParaRPr lang="en-US" sz="1500" dirty="0"/>
          </a:p>
        </p:txBody>
      </p:sp>
      <p:sp>
        <p:nvSpPr>
          <p:cNvPr id="176" name="Text 174"/>
          <p:cNvSpPr txBox="1"/>
          <p:nvPr/>
        </p:nvSpPr>
        <p:spPr>
          <a:xfrm>
            <a:off x="1751076" y="70363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HP ○○</a:t>
            </a:r>
            <a:endParaRPr lang="en-US" sz="1200" dirty="0"/>
          </a:p>
        </p:txBody>
      </p:sp>
      <p:sp>
        <p:nvSpPr>
          <p:cNvPr id="177" name="Shape 175"/>
          <p:cNvSpPr/>
          <p:nvPr/>
        </p:nvSpPr>
        <p:spPr>
          <a:xfrm>
            <a:off x="2345436" y="7082028"/>
            <a:ext cx="173736" cy="173736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553212" y="7338060"/>
            <a:ext cx="1920240" cy="1225296"/>
          </a:xfrm>
          <a:prstGeom prst="rect">
            <a:avLst/>
          </a:prstGeom>
          <a:solidFill>
            <a:srgbClr val="FFFFFF"/>
          </a:solidFill>
          <a:ln w="31750">
            <a:solidFill>
              <a:srgbClr val="C9CCD0"/>
            </a:solidFill>
            <a:prstDash val="solid"/>
          </a:ln>
        </p:spPr>
      </p:sp>
      <p:sp>
        <p:nvSpPr>
          <p:cNvPr id="179" name="Text 177"/>
          <p:cNvSpPr txBox="1"/>
          <p:nvPr/>
        </p:nvSpPr>
        <p:spPr>
          <a:xfrm>
            <a:off x="653796" y="7338060"/>
            <a:ext cx="17190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ここに絵をかく・はる</a:t>
            </a:r>
            <a:endParaRPr lang="en-US" sz="950" dirty="0"/>
          </a:p>
        </p:txBody>
      </p:sp>
      <p:sp>
        <p:nvSpPr>
          <p:cNvPr id="180" name="Text 178"/>
          <p:cNvSpPr txBox="1"/>
          <p:nvPr/>
        </p:nvSpPr>
        <p:spPr>
          <a:xfrm>
            <a:off x="553212" y="857250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ランク ○</a:t>
            </a:r>
            <a:endParaRPr lang="en-US" sz="800" dirty="0"/>
          </a:p>
        </p:txBody>
      </p:sp>
      <p:sp>
        <p:nvSpPr>
          <p:cNvPr id="181" name="Shape 179"/>
          <p:cNvSpPr/>
          <p:nvPr/>
        </p:nvSpPr>
        <p:spPr>
          <a:xfrm>
            <a:off x="562356" y="8810244"/>
            <a:ext cx="155448" cy="155448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82" name="Text 180"/>
          <p:cNvSpPr txBox="1"/>
          <p:nvPr/>
        </p:nvSpPr>
        <p:spPr>
          <a:xfrm>
            <a:off x="1019556" y="8773668"/>
            <a:ext cx="1097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ワザ名１</a:t>
            </a:r>
            <a:endParaRPr lang="en-US" sz="1200" dirty="0"/>
          </a:p>
        </p:txBody>
      </p:sp>
      <p:sp>
        <p:nvSpPr>
          <p:cNvPr id="183" name="Text 181"/>
          <p:cNvSpPr txBox="1"/>
          <p:nvPr/>
        </p:nvSpPr>
        <p:spPr>
          <a:xfrm>
            <a:off x="1979676" y="877366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○○</a:t>
            </a:r>
            <a:endParaRPr lang="en-US" sz="1400" dirty="0"/>
          </a:p>
        </p:txBody>
      </p:sp>
      <p:sp>
        <p:nvSpPr>
          <p:cNvPr id="184" name="Text 182"/>
          <p:cNvSpPr txBox="1"/>
          <p:nvPr/>
        </p:nvSpPr>
        <p:spPr>
          <a:xfrm>
            <a:off x="562356" y="9020556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185" name="Shape 183"/>
          <p:cNvSpPr/>
          <p:nvPr/>
        </p:nvSpPr>
        <p:spPr>
          <a:xfrm>
            <a:off x="562356" y="9294876"/>
            <a:ext cx="155448" cy="155448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45236" y="9294876"/>
            <a:ext cx="155448" cy="155448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87" name="Text 185"/>
          <p:cNvSpPr txBox="1"/>
          <p:nvPr/>
        </p:nvSpPr>
        <p:spPr>
          <a:xfrm>
            <a:off x="1019556" y="9258300"/>
            <a:ext cx="1097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ワザ名２</a:t>
            </a:r>
            <a:endParaRPr lang="en-US" sz="1200" dirty="0"/>
          </a:p>
        </p:txBody>
      </p:sp>
      <p:sp>
        <p:nvSpPr>
          <p:cNvPr id="188" name="Text 186"/>
          <p:cNvSpPr txBox="1"/>
          <p:nvPr/>
        </p:nvSpPr>
        <p:spPr>
          <a:xfrm>
            <a:off x="1979676" y="92583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○○</a:t>
            </a:r>
            <a:endParaRPr lang="en-US" sz="1400" dirty="0"/>
          </a:p>
        </p:txBody>
      </p:sp>
      <p:sp>
        <p:nvSpPr>
          <p:cNvPr id="189" name="Text 187"/>
          <p:cNvSpPr txBox="1"/>
          <p:nvPr/>
        </p:nvSpPr>
        <p:spPr>
          <a:xfrm>
            <a:off x="562356" y="950518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190" name="Shape 188"/>
          <p:cNvSpPr/>
          <p:nvPr/>
        </p:nvSpPr>
        <p:spPr>
          <a:xfrm>
            <a:off x="470916" y="9742932"/>
            <a:ext cx="2084832" cy="182880"/>
          </a:xfrm>
          <a:prstGeom prst="rect">
            <a:avLst/>
          </a:prstGeom>
          <a:solidFill>
            <a:srgbClr val="DADDE0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191" name="Text 189"/>
          <p:cNvSpPr txBox="1"/>
          <p:nvPr/>
        </p:nvSpPr>
        <p:spPr>
          <a:xfrm>
            <a:off x="507492" y="97429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弱点</a:t>
            </a:r>
            <a:endParaRPr lang="en-US" sz="700" dirty="0"/>
          </a:p>
        </p:txBody>
      </p:sp>
      <p:sp>
        <p:nvSpPr>
          <p:cNvPr id="192" name="Shape 190"/>
          <p:cNvSpPr/>
          <p:nvPr/>
        </p:nvSpPr>
        <p:spPr>
          <a:xfrm>
            <a:off x="781812" y="9765792"/>
            <a:ext cx="137160" cy="137160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93" name="Text 191"/>
          <p:cNvSpPr txBox="1"/>
          <p:nvPr/>
        </p:nvSpPr>
        <p:spPr>
          <a:xfrm>
            <a:off x="937260" y="97429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×2</a:t>
            </a:r>
            <a:endParaRPr lang="en-US" sz="900" dirty="0"/>
          </a:p>
        </p:txBody>
      </p:sp>
      <p:sp>
        <p:nvSpPr>
          <p:cNvPr id="194" name="Text 192"/>
          <p:cNvSpPr txBox="1"/>
          <p:nvPr/>
        </p:nvSpPr>
        <p:spPr>
          <a:xfrm>
            <a:off x="1184148" y="97429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抵抗力</a:t>
            </a:r>
            <a:endParaRPr lang="en-US" sz="700" dirty="0"/>
          </a:p>
        </p:txBody>
      </p:sp>
      <p:sp>
        <p:nvSpPr>
          <p:cNvPr id="195" name="Text 193"/>
          <p:cNvSpPr txBox="1"/>
          <p:nvPr/>
        </p:nvSpPr>
        <p:spPr>
          <a:xfrm>
            <a:off x="1531620" y="97429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－20</a:t>
            </a:r>
            <a:endParaRPr lang="en-US" sz="800" dirty="0"/>
          </a:p>
        </p:txBody>
      </p:sp>
      <p:sp>
        <p:nvSpPr>
          <p:cNvPr id="196" name="Text 194"/>
          <p:cNvSpPr txBox="1"/>
          <p:nvPr/>
        </p:nvSpPr>
        <p:spPr>
          <a:xfrm>
            <a:off x="1952244" y="97429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にげる</a:t>
            </a:r>
            <a:endParaRPr lang="en-US" sz="700" dirty="0"/>
          </a:p>
        </p:txBody>
      </p:sp>
      <p:sp>
        <p:nvSpPr>
          <p:cNvPr id="197" name="Shape 195"/>
          <p:cNvSpPr/>
          <p:nvPr/>
        </p:nvSpPr>
        <p:spPr>
          <a:xfrm>
            <a:off x="2281428" y="9765792"/>
            <a:ext cx="137160" cy="137160"/>
          </a:xfrm>
          <a:prstGeom prst="ellipse">
            <a:avLst/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2647188" y="6926580"/>
            <a:ext cx="2267712" cy="3163824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dash"/>
          </a:ln>
        </p:spPr>
      </p:sp>
      <p:sp>
        <p:nvSpPr>
          <p:cNvPr id="199" name="Shape 197"/>
          <p:cNvSpPr/>
          <p:nvPr/>
        </p:nvSpPr>
        <p:spPr>
          <a:xfrm>
            <a:off x="2674620" y="6954012"/>
            <a:ext cx="2212848" cy="3108960"/>
          </a:xfrm>
          <a:prstGeom prst="roundRect">
            <a:avLst>
              <a:gd name="adj" fmla="val 413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2738628" y="7018020"/>
            <a:ext cx="2084832" cy="2980944"/>
          </a:xfrm>
          <a:prstGeom prst="rect">
            <a:avLst/>
          </a:prstGeom>
          <a:solidFill>
            <a:srgbClr val="A9D6F5"/>
          </a:solidFill>
          <a:ln w="6350">
            <a:solidFill>
              <a:srgbClr val="A9D6F5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2738628" y="7018020"/>
            <a:ext cx="384048" cy="155448"/>
          </a:xfrm>
          <a:prstGeom prst="roundRect">
            <a:avLst>
              <a:gd name="adj" fmla="val 2941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202" name="Text 200"/>
          <p:cNvSpPr txBox="1"/>
          <p:nvPr/>
        </p:nvSpPr>
        <p:spPr>
          <a:xfrm>
            <a:off x="2738628" y="7018020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たね</a:t>
            </a:r>
            <a:endParaRPr lang="en-US" sz="800" dirty="0"/>
          </a:p>
        </p:txBody>
      </p:sp>
      <p:sp>
        <p:nvSpPr>
          <p:cNvPr id="203" name="Text 201"/>
          <p:cNvSpPr txBox="1"/>
          <p:nvPr/>
        </p:nvSpPr>
        <p:spPr>
          <a:xfrm>
            <a:off x="3168396" y="7036308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なまえ</a:t>
            </a:r>
            <a:endParaRPr lang="en-US" sz="1500" dirty="0"/>
          </a:p>
        </p:txBody>
      </p:sp>
      <p:sp>
        <p:nvSpPr>
          <p:cNvPr id="204" name="Text 202"/>
          <p:cNvSpPr txBox="1"/>
          <p:nvPr/>
        </p:nvSpPr>
        <p:spPr>
          <a:xfrm>
            <a:off x="4018788" y="70363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HP ○○</a:t>
            </a:r>
            <a:endParaRPr lang="en-US" sz="1200" dirty="0"/>
          </a:p>
        </p:txBody>
      </p:sp>
      <p:sp>
        <p:nvSpPr>
          <p:cNvPr id="205" name="Shape 203"/>
          <p:cNvSpPr/>
          <p:nvPr/>
        </p:nvSpPr>
        <p:spPr>
          <a:xfrm>
            <a:off x="4613148" y="7082028"/>
            <a:ext cx="173736" cy="173736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2820924" y="7338060"/>
            <a:ext cx="1920240" cy="1225296"/>
          </a:xfrm>
          <a:prstGeom prst="rect">
            <a:avLst/>
          </a:prstGeom>
          <a:solidFill>
            <a:srgbClr val="FFFFFF"/>
          </a:solidFill>
          <a:ln w="31750">
            <a:solidFill>
              <a:srgbClr val="C9CCD0"/>
            </a:solidFill>
            <a:prstDash val="solid"/>
          </a:ln>
        </p:spPr>
      </p:sp>
      <p:sp>
        <p:nvSpPr>
          <p:cNvPr id="207" name="Text 205"/>
          <p:cNvSpPr txBox="1"/>
          <p:nvPr/>
        </p:nvSpPr>
        <p:spPr>
          <a:xfrm>
            <a:off x="2921508" y="7338060"/>
            <a:ext cx="17190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ここに絵をかく・はる</a:t>
            </a:r>
            <a:endParaRPr lang="en-US" sz="950" dirty="0"/>
          </a:p>
        </p:txBody>
      </p:sp>
      <p:sp>
        <p:nvSpPr>
          <p:cNvPr id="208" name="Text 206"/>
          <p:cNvSpPr txBox="1"/>
          <p:nvPr/>
        </p:nvSpPr>
        <p:spPr>
          <a:xfrm>
            <a:off x="2820924" y="857250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ランク ○</a:t>
            </a:r>
            <a:endParaRPr lang="en-US" sz="800" dirty="0"/>
          </a:p>
        </p:txBody>
      </p:sp>
      <p:sp>
        <p:nvSpPr>
          <p:cNvPr id="209" name="Shape 207"/>
          <p:cNvSpPr/>
          <p:nvPr/>
        </p:nvSpPr>
        <p:spPr>
          <a:xfrm>
            <a:off x="2830068" y="8810244"/>
            <a:ext cx="155448" cy="155448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10" name="Text 208"/>
          <p:cNvSpPr txBox="1"/>
          <p:nvPr/>
        </p:nvSpPr>
        <p:spPr>
          <a:xfrm>
            <a:off x="3287268" y="8773668"/>
            <a:ext cx="1097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ワザ名１</a:t>
            </a:r>
            <a:endParaRPr lang="en-US" sz="1200" dirty="0"/>
          </a:p>
        </p:txBody>
      </p:sp>
      <p:sp>
        <p:nvSpPr>
          <p:cNvPr id="211" name="Text 209"/>
          <p:cNvSpPr txBox="1"/>
          <p:nvPr/>
        </p:nvSpPr>
        <p:spPr>
          <a:xfrm>
            <a:off x="4247388" y="877366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○○</a:t>
            </a:r>
            <a:endParaRPr lang="en-US" sz="1400" dirty="0"/>
          </a:p>
        </p:txBody>
      </p:sp>
      <p:sp>
        <p:nvSpPr>
          <p:cNvPr id="212" name="Text 210"/>
          <p:cNvSpPr txBox="1"/>
          <p:nvPr/>
        </p:nvSpPr>
        <p:spPr>
          <a:xfrm>
            <a:off x="2830068" y="9020556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213" name="Shape 211"/>
          <p:cNvSpPr/>
          <p:nvPr/>
        </p:nvSpPr>
        <p:spPr>
          <a:xfrm>
            <a:off x="2830068" y="9294876"/>
            <a:ext cx="155448" cy="155448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3012948" y="9294876"/>
            <a:ext cx="155448" cy="155448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15" name="Text 213"/>
          <p:cNvSpPr txBox="1"/>
          <p:nvPr/>
        </p:nvSpPr>
        <p:spPr>
          <a:xfrm>
            <a:off x="3287268" y="9258300"/>
            <a:ext cx="1097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ワザ名２</a:t>
            </a:r>
            <a:endParaRPr lang="en-US" sz="1200" dirty="0"/>
          </a:p>
        </p:txBody>
      </p:sp>
      <p:sp>
        <p:nvSpPr>
          <p:cNvPr id="216" name="Text 214"/>
          <p:cNvSpPr txBox="1"/>
          <p:nvPr/>
        </p:nvSpPr>
        <p:spPr>
          <a:xfrm>
            <a:off x="4247388" y="92583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○○</a:t>
            </a:r>
            <a:endParaRPr lang="en-US" sz="1400" dirty="0"/>
          </a:p>
        </p:txBody>
      </p:sp>
      <p:sp>
        <p:nvSpPr>
          <p:cNvPr id="217" name="Text 215"/>
          <p:cNvSpPr txBox="1"/>
          <p:nvPr/>
        </p:nvSpPr>
        <p:spPr>
          <a:xfrm>
            <a:off x="2830068" y="950518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218" name="Shape 216"/>
          <p:cNvSpPr/>
          <p:nvPr/>
        </p:nvSpPr>
        <p:spPr>
          <a:xfrm>
            <a:off x="2738628" y="9742932"/>
            <a:ext cx="2084832" cy="182880"/>
          </a:xfrm>
          <a:prstGeom prst="rect">
            <a:avLst/>
          </a:prstGeom>
          <a:solidFill>
            <a:srgbClr val="DADDE0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219" name="Text 217"/>
          <p:cNvSpPr txBox="1"/>
          <p:nvPr/>
        </p:nvSpPr>
        <p:spPr>
          <a:xfrm>
            <a:off x="2775204" y="97429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弱点</a:t>
            </a:r>
            <a:endParaRPr lang="en-US" sz="700" dirty="0"/>
          </a:p>
        </p:txBody>
      </p:sp>
      <p:sp>
        <p:nvSpPr>
          <p:cNvPr id="220" name="Shape 218"/>
          <p:cNvSpPr/>
          <p:nvPr/>
        </p:nvSpPr>
        <p:spPr>
          <a:xfrm>
            <a:off x="3049524" y="9765792"/>
            <a:ext cx="137160" cy="137160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21" name="Text 219"/>
          <p:cNvSpPr txBox="1"/>
          <p:nvPr/>
        </p:nvSpPr>
        <p:spPr>
          <a:xfrm>
            <a:off x="3204972" y="97429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×2</a:t>
            </a:r>
            <a:endParaRPr lang="en-US" sz="900" dirty="0"/>
          </a:p>
        </p:txBody>
      </p:sp>
      <p:sp>
        <p:nvSpPr>
          <p:cNvPr id="222" name="Text 220"/>
          <p:cNvSpPr txBox="1"/>
          <p:nvPr/>
        </p:nvSpPr>
        <p:spPr>
          <a:xfrm>
            <a:off x="3451860" y="97429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抵抗力</a:t>
            </a:r>
            <a:endParaRPr lang="en-US" sz="700" dirty="0"/>
          </a:p>
        </p:txBody>
      </p:sp>
      <p:sp>
        <p:nvSpPr>
          <p:cNvPr id="223" name="Text 221"/>
          <p:cNvSpPr txBox="1"/>
          <p:nvPr/>
        </p:nvSpPr>
        <p:spPr>
          <a:xfrm>
            <a:off x="3799332" y="97429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－20</a:t>
            </a:r>
            <a:endParaRPr lang="en-US" sz="800" dirty="0"/>
          </a:p>
        </p:txBody>
      </p:sp>
      <p:sp>
        <p:nvSpPr>
          <p:cNvPr id="224" name="Text 222"/>
          <p:cNvSpPr txBox="1"/>
          <p:nvPr/>
        </p:nvSpPr>
        <p:spPr>
          <a:xfrm>
            <a:off x="4219956" y="97429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にげる</a:t>
            </a:r>
            <a:endParaRPr lang="en-US" sz="700" dirty="0"/>
          </a:p>
        </p:txBody>
      </p:sp>
      <p:sp>
        <p:nvSpPr>
          <p:cNvPr id="225" name="Shape 223"/>
          <p:cNvSpPr/>
          <p:nvPr/>
        </p:nvSpPr>
        <p:spPr>
          <a:xfrm>
            <a:off x="4549140" y="9765792"/>
            <a:ext cx="137160" cy="137160"/>
          </a:xfrm>
          <a:prstGeom prst="ellipse">
            <a:avLst/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4914900" y="6926580"/>
            <a:ext cx="2267712" cy="3163824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dash"/>
          </a:ln>
        </p:spPr>
      </p:sp>
      <p:sp>
        <p:nvSpPr>
          <p:cNvPr id="227" name="Shape 225"/>
          <p:cNvSpPr/>
          <p:nvPr/>
        </p:nvSpPr>
        <p:spPr>
          <a:xfrm>
            <a:off x="4942332" y="6954012"/>
            <a:ext cx="2212848" cy="3108960"/>
          </a:xfrm>
          <a:prstGeom prst="roundRect">
            <a:avLst>
              <a:gd name="adj" fmla="val 413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5006340" y="7018020"/>
            <a:ext cx="2084832" cy="2980944"/>
          </a:xfrm>
          <a:prstGeom prst="rect">
            <a:avLst/>
          </a:prstGeom>
          <a:solidFill>
            <a:srgbClr val="BFE35A"/>
          </a:solidFill>
          <a:ln w="6350">
            <a:solidFill>
              <a:srgbClr val="BFE35A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5006340" y="7018020"/>
            <a:ext cx="384048" cy="155448"/>
          </a:xfrm>
          <a:prstGeom prst="roundRect">
            <a:avLst>
              <a:gd name="adj" fmla="val 2941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230" name="Text 228"/>
          <p:cNvSpPr txBox="1"/>
          <p:nvPr/>
        </p:nvSpPr>
        <p:spPr>
          <a:xfrm>
            <a:off x="5006340" y="7018020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たね</a:t>
            </a:r>
            <a:endParaRPr lang="en-US" sz="800" dirty="0"/>
          </a:p>
        </p:txBody>
      </p:sp>
      <p:sp>
        <p:nvSpPr>
          <p:cNvPr id="231" name="Text 229"/>
          <p:cNvSpPr txBox="1"/>
          <p:nvPr/>
        </p:nvSpPr>
        <p:spPr>
          <a:xfrm>
            <a:off x="5436108" y="7036308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なまえ</a:t>
            </a:r>
            <a:endParaRPr lang="en-US" sz="1500" dirty="0"/>
          </a:p>
        </p:txBody>
      </p:sp>
      <p:sp>
        <p:nvSpPr>
          <p:cNvPr id="232" name="Text 230"/>
          <p:cNvSpPr txBox="1"/>
          <p:nvPr/>
        </p:nvSpPr>
        <p:spPr>
          <a:xfrm>
            <a:off x="6286500" y="70363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HP ○○</a:t>
            </a:r>
            <a:endParaRPr lang="en-US" sz="1200" dirty="0"/>
          </a:p>
        </p:txBody>
      </p:sp>
      <p:sp>
        <p:nvSpPr>
          <p:cNvPr id="233" name="Shape 231"/>
          <p:cNvSpPr/>
          <p:nvPr/>
        </p:nvSpPr>
        <p:spPr>
          <a:xfrm>
            <a:off x="6880860" y="7082028"/>
            <a:ext cx="173736" cy="173736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5088636" y="7338060"/>
            <a:ext cx="1920240" cy="1225296"/>
          </a:xfrm>
          <a:prstGeom prst="rect">
            <a:avLst/>
          </a:prstGeom>
          <a:solidFill>
            <a:srgbClr val="FFFFFF"/>
          </a:solidFill>
          <a:ln w="31750">
            <a:solidFill>
              <a:srgbClr val="C9CCD0"/>
            </a:solidFill>
            <a:prstDash val="solid"/>
          </a:ln>
        </p:spPr>
      </p:sp>
      <p:sp>
        <p:nvSpPr>
          <p:cNvPr id="235" name="Text 233"/>
          <p:cNvSpPr txBox="1"/>
          <p:nvPr/>
        </p:nvSpPr>
        <p:spPr>
          <a:xfrm>
            <a:off x="5189220" y="7338060"/>
            <a:ext cx="17190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ここに絵をかく・はる</a:t>
            </a:r>
            <a:endParaRPr lang="en-US" sz="950" dirty="0"/>
          </a:p>
        </p:txBody>
      </p:sp>
      <p:sp>
        <p:nvSpPr>
          <p:cNvPr id="236" name="Text 234"/>
          <p:cNvSpPr txBox="1"/>
          <p:nvPr/>
        </p:nvSpPr>
        <p:spPr>
          <a:xfrm>
            <a:off x="5088636" y="857250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ランク ○</a:t>
            </a:r>
            <a:endParaRPr lang="en-US" sz="800" dirty="0"/>
          </a:p>
        </p:txBody>
      </p:sp>
      <p:sp>
        <p:nvSpPr>
          <p:cNvPr id="237" name="Shape 235"/>
          <p:cNvSpPr/>
          <p:nvPr/>
        </p:nvSpPr>
        <p:spPr>
          <a:xfrm>
            <a:off x="5097780" y="8810244"/>
            <a:ext cx="155448" cy="155448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38" name="Text 236"/>
          <p:cNvSpPr txBox="1"/>
          <p:nvPr/>
        </p:nvSpPr>
        <p:spPr>
          <a:xfrm>
            <a:off x="5554980" y="8773668"/>
            <a:ext cx="1097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ワザ名１</a:t>
            </a:r>
            <a:endParaRPr lang="en-US" sz="1200" dirty="0"/>
          </a:p>
        </p:txBody>
      </p:sp>
      <p:sp>
        <p:nvSpPr>
          <p:cNvPr id="239" name="Text 237"/>
          <p:cNvSpPr txBox="1"/>
          <p:nvPr/>
        </p:nvSpPr>
        <p:spPr>
          <a:xfrm>
            <a:off x="6515100" y="877366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○○</a:t>
            </a:r>
            <a:endParaRPr lang="en-US" sz="1400" dirty="0"/>
          </a:p>
        </p:txBody>
      </p:sp>
      <p:sp>
        <p:nvSpPr>
          <p:cNvPr id="240" name="Text 238"/>
          <p:cNvSpPr txBox="1"/>
          <p:nvPr/>
        </p:nvSpPr>
        <p:spPr>
          <a:xfrm>
            <a:off x="5097780" y="9020556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241" name="Shape 239"/>
          <p:cNvSpPr/>
          <p:nvPr/>
        </p:nvSpPr>
        <p:spPr>
          <a:xfrm>
            <a:off x="5097780" y="9294876"/>
            <a:ext cx="155448" cy="155448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5280660" y="9294876"/>
            <a:ext cx="155448" cy="155448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43" name="Text 241"/>
          <p:cNvSpPr txBox="1"/>
          <p:nvPr/>
        </p:nvSpPr>
        <p:spPr>
          <a:xfrm>
            <a:off x="5554980" y="9258300"/>
            <a:ext cx="1097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ワザ名２</a:t>
            </a:r>
            <a:endParaRPr lang="en-US" sz="1200" dirty="0"/>
          </a:p>
        </p:txBody>
      </p:sp>
      <p:sp>
        <p:nvSpPr>
          <p:cNvPr id="244" name="Text 242"/>
          <p:cNvSpPr txBox="1"/>
          <p:nvPr/>
        </p:nvSpPr>
        <p:spPr>
          <a:xfrm>
            <a:off x="6515100" y="92583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○○</a:t>
            </a:r>
            <a:endParaRPr lang="en-US" sz="1400" dirty="0"/>
          </a:p>
        </p:txBody>
      </p:sp>
      <p:sp>
        <p:nvSpPr>
          <p:cNvPr id="245" name="Text 243"/>
          <p:cNvSpPr txBox="1"/>
          <p:nvPr/>
        </p:nvSpPr>
        <p:spPr>
          <a:xfrm>
            <a:off x="5097780" y="950518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246" name="Shape 244"/>
          <p:cNvSpPr/>
          <p:nvPr/>
        </p:nvSpPr>
        <p:spPr>
          <a:xfrm>
            <a:off x="5006340" y="9742932"/>
            <a:ext cx="2084832" cy="182880"/>
          </a:xfrm>
          <a:prstGeom prst="rect">
            <a:avLst/>
          </a:prstGeom>
          <a:solidFill>
            <a:srgbClr val="DADDE0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247" name="Text 245"/>
          <p:cNvSpPr txBox="1"/>
          <p:nvPr/>
        </p:nvSpPr>
        <p:spPr>
          <a:xfrm>
            <a:off x="5042916" y="97429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弱点</a:t>
            </a:r>
            <a:endParaRPr lang="en-US" sz="700" dirty="0"/>
          </a:p>
        </p:txBody>
      </p:sp>
      <p:sp>
        <p:nvSpPr>
          <p:cNvPr id="248" name="Shape 246"/>
          <p:cNvSpPr/>
          <p:nvPr/>
        </p:nvSpPr>
        <p:spPr>
          <a:xfrm>
            <a:off x="5317236" y="9765792"/>
            <a:ext cx="137160" cy="137160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49" name="Text 247"/>
          <p:cNvSpPr txBox="1"/>
          <p:nvPr/>
        </p:nvSpPr>
        <p:spPr>
          <a:xfrm>
            <a:off x="5472684" y="97429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×2</a:t>
            </a:r>
            <a:endParaRPr lang="en-US" sz="900" dirty="0"/>
          </a:p>
        </p:txBody>
      </p:sp>
      <p:sp>
        <p:nvSpPr>
          <p:cNvPr id="250" name="Text 248"/>
          <p:cNvSpPr txBox="1"/>
          <p:nvPr/>
        </p:nvSpPr>
        <p:spPr>
          <a:xfrm>
            <a:off x="5719572" y="97429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抵抗力</a:t>
            </a:r>
            <a:endParaRPr lang="en-US" sz="700" dirty="0"/>
          </a:p>
        </p:txBody>
      </p:sp>
      <p:sp>
        <p:nvSpPr>
          <p:cNvPr id="251" name="Text 249"/>
          <p:cNvSpPr txBox="1"/>
          <p:nvPr/>
        </p:nvSpPr>
        <p:spPr>
          <a:xfrm>
            <a:off x="6067044" y="97429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－20</a:t>
            </a:r>
            <a:endParaRPr lang="en-US" sz="800" dirty="0"/>
          </a:p>
        </p:txBody>
      </p:sp>
      <p:sp>
        <p:nvSpPr>
          <p:cNvPr id="252" name="Text 250"/>
          <p:cNvSpPr txBox="1"/>
          <p:nvPr/>
        </p:nvSpPr>
        <p:spPr>
          <a:xfrm>
            <a:off x="6487668" y="97429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にげる</a:t>
            </a:r>
            <a:endParaRPr lang="en-US" sz="700" dirty="0"/>
          </a:p>
        </p:txBody>
      </p:sp>
      <p:sp>
        <p:nvSpPr>
          <p:cNvPr id="253" name="Shape 251"/>
          <p:cNvSpPr/>
          <p:nvPr/>
        </p:nvSpPr>
        <p:spPr>
          <a:xfrm>
            <a:off x="6816852" y="9765792"/>
            <a:ext cx="137160" cy="137160"/>
          </a:xfrm>
          <a:prstGeom prst="ellipse">
            <a:avLst/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9476" y="598932"/>
            <a:ext cx="2267712" cy="3163824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406908" y="626364"/>
            <a:ext cx="2212848" cy="3108960"/>
          </a:xfrm>
          <a:prstGeom prst="roundRect">
            <a:avLst>
              <a:gd name="adj" fmla="val 413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0916" y="690372"/>
            <a:ext cx="2084832" cy="2980944"/>
          </a:xfrm>
          <a:prstGeom prst="rect">
            <a:avLst/>
          </a:prstGeom>
          <a:solidFill>
            <a:srgbClr val="F6B58A"/>
          </a:solidFill>
          <a:ln w="6350">
            <a:solidFill>
              <a:srgbClr val="F6B5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0916" y="690372"/>
            <a:ext cx="384048" cy="155448"/>
          </a:xfrm>
          <a:prstGeom prst="roundRect">
            <a:avLst>
              <a:gd name="adj" fmla="val 2941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70916" y="690372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たね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900684" y="708660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ばくえんリュウ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751076" y="70866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HP 90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45436" y="754380"/>
            <a:ext cx="173736" cy="173736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3212" y="1010412"/>
            <a:ext cx="1920240" cy="1225296"/>
          </a:xfrm>
          <a:prstGeom prst="rect">
            <a:avLst/>
          </a:prstGeom>
          <a:solidFill>
            <a:srgbClr val="FFFFFF"/>
          </a:solidFill>
          <a:ln w="31750">
            <a:solidFill>
              <a:srgbClr val="C9CC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" y="1010412"/>
            <a:ext cx="17190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ここに絵をはる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（炎をまとった大きなドラゴン。火山のてっぺん）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53212" y="224485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ランク A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62356" y="2482596"/>
            <a:ext cx="155448" cy="155448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19556" y="2446020"/>
            <a:ext cx="1097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ひのたま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979676" y="24460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62356" y="269290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62356" y="2967228"/>
            <a:ext cx="155448" cy="155448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5236" y="2967228"/>
            <a:ext cx="155448" cy="155448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9556" y="2930652"/>
            <a:ext cx="1097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だいもんじ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979676" y="29306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" y="317754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0916" y="3415284"/>
            <a:ext cx="2084832" cy="182880"/>
          </a:xfrm>
          <a:prstGeom prst="rect">
            <a:avLst/>
          </a:prstGeom>
          <a:solidFill>
            <a:srgbClr val="DADDE0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7492" y="341528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弱点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81812" y="3438144"/>
            <a:ext cx="137160" cy="137160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7260" y="34152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×2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84148" y="34152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抵抗力</a:t>
            </a:r>
            <a:endParaRPr lang="en-US" sz="700" dirty="0"/>
          </a:p>
        </p:txBody>
      </p:sp>
      <p:sp>
        <p:nvSpPr>
          <p:cNvPr id="27" name="Text 25"/>
          <p:cNvSpPr txBox="1"/>
          <p:nvPr/>
        </p:nvSpPr>
        <p:spPr>
          <a:xfrm>
            <a:off x="1531620" y="341528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－20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1952244" y="341528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にげる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281428" y="3438144"/>
            <a:ext cx="137160" cy="137160"/>
          </a:xfrm>
          <a:prstGeom prst="ellipse">
            <a:avLst/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47188" y="598932"/>
            <a:ext cx="2267712" cy="3163824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2674620" y="626364"/>
            <a:ext cx="2212848" cy="3108960"/>
          </a:xfrm>
          <a:prstGeom prst="roundRect">
            <a:avLst>
              <a:gd name="adj" fmla="val 413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38628" y="690372"/>
            <a:ext cx="2084832" cy="2980944"/>
          </a:xfrm>
          <a:prstGeom prst="rect">
            <a:avLst/>
          </a:prstGeom>
          <a:solidFill>
            <a:srgbClr val="A9D6F5"/>
          </a:solidFill>
          <a:ln w="6350">
            <a:solidFill>
              <a:srgbClr val="A9D6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38628" y="690372"/>
            <a:ext cx="384048" cy="155448"/>
          </a:xfrm>
          <a:prstGeom prst="roundRect">
            <a:avLst>
              <a:gd name="adj" fmla="val 2941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738628" y="690372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たね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3168396" y="708660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あらしクジラ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018788" y="70866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HP 100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613148" y="754380"/>
            <a:ext cx="173736" cy="173736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20924" y="1010412"/>
            <a:ext cx="1920240" cy="1225296"/>
          </a:xfrm>
          <a:prstGeom prst="rect">
            <a:avLst/>
          </a:prstGeom>
          <a:solidFill>
            <a:srgbClr val="FFFFFF"/>
          </a:solidFill>
          <a:ln w="31750">
            <a:solidFill>
              <a:srgbClr val="C9CCD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921508" y="1010412"/>
            <a:ext cx="17190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ここに絵をはる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（あらしの海をおよぐ、大きなクジラ）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2820924" y="224485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ランク A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830068" y="2482596"/>
            <a:ext cx="155448" cy="155448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287268" y="2446020"/>
            <a:ext cx="1097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みずしぶき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4247388" y="24460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2830068" y="269290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830068" y="2967228"/>
            <a:ext cx="155448" cy="155448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12948" y="2967228"/>
            <a:ext cx="155448" cy="155448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287268" y="2930652"/>
            <a:ext cx="1097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だいこうずい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4247388" y="29306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2830068" y="317754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738628" y="3415284"/>
            <a:ext cx="2084832" cy="182880"/>
          </a:xfrm>
          <a:prstGeom prst="rect">
            <a:avLst/>
          </a:prstGeom>
          <a:solidFill>
            <a:srgbClr val="DADDE0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775204" y="341528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弱点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3049524" y="3438144"/>
            <a:ext cx="137160" cy="137160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204972" y="34152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×2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3451860" y="34152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抵抗力</a:t>
            </a:r>
            <a:endParaRPr lang="en-US" sz="700" dirty="0"/>
          </a:p>
        </p:txBody>
      </p:sp>
      <p:sp>
        <p:nvSpPr>
          <p:cNvPr id="55" name="Text 53"/>
          <p:cNvSpPr txBox="1"/>
          <p:nvPr/>
        </p:nvSpPr>
        <p:spPr>
          <a:xfrm>
            <a:off x="3799332" y="341528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－20</a:t>
            </a:r>
            <a:endParaRPr lang="en-US" sz="800" dirty="0"/>
          </a:p>
        </p:txBody>
      </p:sp>
      <p:sp>
        <p:nvSpPr>
          <p:cNvPr id="56" name="Text 54"/>
          <p:cNvSpPr txBox="1"/>
          <p:nvPr/>
        </p:nvSpPr>
        <p:spPr>
          <a:xfrm>
            <a:off x="4219956" y="341528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にげる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4549140" y="3438144"/>
            <a:ext cx="137160" cy="137160"/>
          </a:xfrm>
          <a:prstGeom prst="ellipse">
            <a:avLst/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914900" y="598932"/>
            <a:ext cx="2267712" cy="3163824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4942332" y="626364"/>
            <a:ext cx="2212848" cy="3108960"/>
          </a:xfrm>
          <a:prstGeom prst="roundRect">
            <a:avLst>
              <a:gd name="adj" fmla="val 413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006340" y="690372"/>
            <a:ext cx="2084832" cy="2980944"/>
          </a:xfrm>
          <a:prstGeom prst="rect">
            <a:avLst/>
          </a:prstGeom>
          <a:solidFill>
            <a:srgbClr val="BFE35A"/>
          </a:solidFill>
          <a:ln w="6350">
            <a:solidFill>
              <a:srgbClr val="BFE35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006340" y="690372"/>
            <a:ext cx="384048" cy="155448"/>
          </a:xfrm>
          <a:prstGeom prst="roundRect">
            <a:avLst>
              <a:gd name="adj" fmla="val 2941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006340" y="690372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たね</a:t>
            </a:r>
            <a:endParaRPr lang="en-US" sz="800" dirty="0"/>
          </a:p>
        </p:txBody>
      </p:sp>
      <p:sp>
        <p:nvSpPr>
          <p:cNvPr id="63" name="Text 61"/>
          <p:cNvSpPr txBox="1"/>
          <p:nvPr/>
        </p:nvSpPr>
        <p:spPr>
          <a:xfrm>
            <a:off x="5436108" y="708660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はっぱウサギ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6286500" y="70866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HP 60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880860" y="754380"/>
            <a:ext cx="173736" cy="173736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088636" y="1010412"/>
            <a:ext cx="1920240" cy="1225296"/>
          </a:xfrm>
          <a:prstGeom prst="rect">
            <a:avLst/>
          </a:prstGeom>
          <a:solidFill>
            <a:srgbClr val="FFFFFF"/>
          </a:solidFill>
          <a:ln w="31750">
            <a:solidFill>
              <a:srgbClr val="C9CCD0"/>
            </a:solidFill>
            <a:prstDash val="solid"/>
          </a:ln>
        </p:spPr>
      </p:sp>
      <p:pic>
        <p:nvPicPr>
          <p:cNvPr id="67" name="Image 0" descr="c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2352" y="1024128"/>
            <a:ext cx="1892808" cy="1197864"/>
          </a:xfrm>
          <a:prstGeom prst="rect">
            <a:avLst/>
          </a:prstGeom>
        </p:spPr>
      </p:pic>
      <p:sp>
        <p:nvSpPr>
          <p:cNvPr id="68" name="Text 65"/>
          <p:cNvSpPr txBox="1"/>
          <p:nvPr/>
        </p:nvSpPr>
        <p:spPr>
          <a:xfrm>
            <a:off x="5088636" y="224485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ランク B</a:t>
            </a:r>
            <a:endParaRPr lang="en-US" sz="800" dirty="0"/>
          </a:p>
        </p:txBody>
      </p:sp>
      <p:sp>
        <p:nvSpPr>
          <p:cNvPr id="69" name="Shape 66"/>
          <p:cNvSpPr/>
          <p:nvPr/>
        </p:nvSpPr>
        <p:spPr>
          <a:xfrm>
            <a:off x="5097780" y="2482596"/>
            <a:ext cx="155448" cy="155448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5554980" y="2446020"/>
            <a:ext cx="1097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はっぱカッター</a:t>
            </a:r>
            <a:endParaRPr lang="en-US" sz="1200" dirty="0"/>
          </a:p>
        </p:txBody>
      </p:sp>
      <p:sp>
        <p:nvSpPr>
          <p:cNvPr id="71" name="Text 68"/>
          <p:cNvSpPr txBox="1"/>
          <p:nvPr/>
        </p:nvSpPr>
        <p:spPr>
          <a:xfrm>
            <a:off x="6515100" y="24460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</a:t>
            </a:r>
            <a:endParaRPr lang="en-US" sz="1400" dirty="0"/>
          </a:p>
        </p:txBody>
      </p:sp>
      <p:sp>
        <p:nvSpPr>
          <p:cNvPr id="72" name="Text 69"/>
          <p:cNvSpPr txBox="1"/>
          <p:nvPr/>
        </p:nvSpPr>
        <p:spPr>
          <a:xfrm>
            <a:off x="5097780" y="269290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73" name="Shape 70"/>
          <p:cNvSpPr/>
          <p:nvPr/>
        </p:nvSpPr>
        <p:spPr>
          <a:xfrm>
            <a:off x="5097780" y="2967228"/>
            <a:ext cx="155448" cy="155448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5280660" y="2967228"/>
            <a:ext cx="155448" cy="155448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5554980" y="2930652"/>
            <a:ext cx="1097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ふわタックル</a:t>
            </a:r>
            <a:endParaRPr lang="en-US" sz="1200" dirty="0"/>
          </a:p>
        </p:txBody>
      </p:sp>
      <p:sp>
        <p:nvSpPr>
          <p:cNvPr id="76" name="Text 73"/>
          <p:cNvSpPr txBox="1"/>
          <p:nvPr/>
        </p:nvSpPr>
        <p:spPr>
          <a:xfrm>
            <a:off x="6515100" y="29306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</a:t>
            </a:r>
            <a:endParaRPr lang="en-US" sz="1400" dirty="0"/>
          </a:p>
        </p:txBody>
      </p:sp>
      <p:sp>
        <p:nvSpPr>
          <p:cNvPr id="77" name="Text 74"/>
          <p:cNvSpPr txBox="1"/>
          <p:nvPr/>
        </p:nvSpPr>
        <p:spPr>
          <a:xfrm>
            <a:off x="5097780" y="317754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78" name="Shape 75"/>
          <p:cNvSpPr/>
          <p:nvPr/>
        </p:nvSpPr>
        <p:spPr>
          <a:xfrm>
            <a:off x="5006340" y="3415284"/>
            <a:ext cx="2084832" cy="182880"/>
          </a:xfrm>
          <a:prstGeom prst="rect">
            <a:avLst/>
          </a:prstGeom>
          <a:solidFill>
            <a:srgbClr val="DADDE0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5042916" y="341528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弱点</a:t>
            </a:r>
            <a:endParaRPr lang="en-US" sz="700" dirty="0"/>
          </a:p>
        </p:txBody>
      </p:sp>
      <p:sp>
        <p:nvSpPr>
          <p:cNvPr id="80" name="Shape 77"/>
          <p:cNvSpPr/>
          <p:nvPr/>
        </p:nvSpPr>
        <p:spPr>
          <a:xfrm>
            <a:off x="5317236" y="3438144"/>
            <a:ext cx="137160" cy="137160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5472684" y="34152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×2</a:t>
            </a:r>
            <a:endParaRPr lang="en-US" sz="900" dirty="0"/>
          </a:p>
        </p:txBody>
      </p:sp>
      <p:sp>
        <p:nvSpPr>
          <p:cNvPr id="82" name="Text 79"/>
          <p:cNvSpPr txBox="1"/>
          <p:nvPr/>
        </p:nvSpPr>
        <p:spPr>
          <a:xfrm>
            <a:off x="5719572" y="34152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抵抗力</a:t>
            </a:r>
            <a:endParaRPr lang="en-US" sz="700" dirty="0"/>
          </a:p>
        </p:txBody>
      </p:sp>
      <p:sp>
        <p:nvSpPr>
          <p:cNvPr id="83" name="Text 80"/>
          <p:cNvSpPr txBox="1"/>
          <p:nvPr/>
        </p:nvSpPr>
        <p:spPr>
          <a:xfrm>
            <a:off x="6067044" y="341528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－20</a:t>
            </a:r>
            <a:endParaRPr lang="en-US" sz="800" dirty="0"/>
          </a:p>
        </p:txBody>
      </p:sp>
      <p:sp>
        <p:nvSpPr>
          <p:cNvPr id="84" name="Text 81"/>
          <p:cNvSpPr txBox="1"/>
          <p:nvPr/>
        </p:nvSpPr>
        <p:spPr>
          <a:xfrm>
            <a:off x="6487668" y="341528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にげる</a:t>
            </a:r>
            <a:endParaRPr lang="en-US" sz="700" dirty="0"/>
          </a:p>
        </p:txBody>
      </p:sp>
      <p:sp>
        <p:nvSpPr>
          <p:cNvPr id="85" name="Shape 82"/>
          <p:cNvSpPr/>
          <p:nvPr/>
        </p:nvSpPr>
        <p:spPr>
          <a:xfrm>
            <a:off x="6816852" y="3438144"/>
            <a:ext cx="137160" cy="137160"/>
          </a:xfrm>
          <a:prstGeom prst="ellipse">
            <a:avLst/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379476" y="3762756"/>
            <a:ext cx="2267712" cy="3163824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dash"/>
          </a:ln>
        </p:spPr>
      </p:sp>
      <p:sp>
        <p:nvSpPr>
          <p:cNvPr id="87" name="Shape 84"/>
          <p:cNvSpPr/>
          <p:nvPr/>
        </p:nvSpPr>
        <p:spPr>
          <a:xfrm>
            <a:off x="406908" y="3790188"/>
            <a:ext cx="2212848" cy="3108960"/>
          </a:xfrm>
          <a:prstGeom prst="roundRect">
            <a:avLst>
              <a:gd name="adj" fmla="val 413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470916" y="3854196"/>
            <a:ext cx="2084832" cy="2980944"/>
          </a:xfrm>
          <a:prstGeom prst="rect">
            <a:avLst/>
          </a:prstGeom>
          <a:solidFill>
            <a:srgbClr val="F6B58A"/>
          </a:solidFill>
          <a:ln w="6350">
            <a:solidFill>
              <a:srgbClr val="F6B58A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470916" y="3854196"/>
            <a:ext cx="384048" cy="155448"/>
          </a:xfrm>
          <a:prstGeom prst="roundRect">
            <a:avLst>
              <a:gd name="adj" fmla="val 2941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470916" y="3854196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たね</a:t>
            </a:r>
            <a:endParaRPr lang="en-US" sz="800" dirty="0"/>
          </a:p>
        </p:txBody>
      </p:sp>
      <p:sp>
        <p:nvSpPr>
          <p:cNvPr id="91" name="Text 88"/>
          <p:cNvSpPr txBox="1"/>
          <p:nvPr/>
        </p:nvSpPr>
        <p:spPr>
          <a:xfrm>
            <a:off x="900684" y="3872484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ひふきトカゲ</a:t>
            </a:r>
            <a:endParaRPr lang="en-US" sz="1100" dirty="0"/>
          </a:p>
        </p:txBody>
      </p:sp>
      <p:sp>
        <p:nvSpPr>
          <p:cNvPr id="92" name="Text 89"/>
          <p:cNvSpPr txBox="1"/>
          <p:nvPr/>
        </p:nvSpPr>
        <p:spPr>
          <a:xfrm>
            <a:off x="1751076" y="387248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HP 60</a:t>
            </a:r>
            <a:endParaRPr lang="en-US" sz="1200" dirty="0"/>
          </a:p>
        </p:txBody>
      </p:sp>
      <p:sp>
        <p:nvSpPr>
          <p:cNvPr id="93" name="Shape 90"/>
          <p:cNvSpPr/>
          <p:nvPr/>
        </p:nvSpPr>
        <p:spPr>
          <a:xfrm>
            <a:off x="2345436" y="3918204"/>
            <a:ext cx="173736" cy="173736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553212" y="4174236"/>
            <a:ext cx="1920240" cy="1225296"/>
          </a:xfrm>
          <a:prstGeom prst="rect">
            <a:avLst/>
          </a:prstGeom>
          <a:solidFill>
            <a:srgbClr val="FFFFFF"/>
          </a:solidFill>
          <a:ln w="31750">
            <a:solidFill>
              <a:srgbClr val="C9CCD0"/>
            </a:solidFill>
            <a:prstDash val="solid"/>
          </a:ln>
        </p:spPr>
      </p:sp>
      <p:pic>
        <p:nvPicPr>
          <p:cNvPr id="95" name="Image 1" descr="c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187952"/>
            <a:ext cx="1892808" cy="1197864"/>
          </a:xfrm>
          <a:prstGeom prst="rect">
            <a:avLst/>
          </a:prstGeom>
        </p:spPr>
      </p:pic>
      <p:sp>
        <p:nvSpPr>
          <p:cNvPr id="96" name="Text 92"/>
          <p:cNvSpPr txBox="1"/>
          <p:nvPr/>
        </p:nvSpPr>
        <p:spPr>
          <a:xfrm>
            <a:off x="553212" y="540867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ランク B</a:t>
            </a:r>
            <a:endParaRPr lang="en-US" sz="800" dirty="0"/>
          </a:p>
        </p:txBody>
      </p:sp>
      <p:sp>
        <p:nvSpPr>
          <p:cNvPr id="97" name="Shape 93"/>
          <p:cNvSpPr/>
          <p:nvPr/>
        </p:nvSpPr>
        <p:spPr>
          <a:xfrm>
            <a:off x="562356" y="5646420"/>
            <a:ext cx="155448" cy="155448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98" name="Text 94"/>
          <p:cNvSpPr txBox="1"/>
          <p:nvPr/>
        </p:nvSpPr>
        <p:spPr>
          <a:xfrm>
            <a:off x="1019556" y="5609844"/>
            <a:ext cx="1097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ひのこ</a:t>
            </a:r>
            <a:endParaRPr lang="en-US" sz="1200" dirty="0"/>
          </a:p>
        </p:txBody>
      </p:sp>
      <p:sp>
        <p:nvSpPr>
          <p:cNvPr id="99" name="Text 95"/>
          <p:cNvSpPr txBox="1"/>
          <p:nvPr/>
        </p:nvSpPr>
        <p:spPr>
          <a:xfrm>
            <a:off x="1979676" y="560984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</a:t>
            </a:r>
            <a:endParaRPr lang="en-US" sz="1400" dirty="0"/>
          </a:p>
        </p:txBody>
      </p:sp>
      <p:sp>
        <p:nvSpPr>
          <p:cNvPr id="100" name="Text 96"/>
          <p:cNvSpPr txBox="1"/>
          <p:nvPr/>
        </p:nvSpPr>
        <p:spPr>
          <a:xfrm>
            <a:off x="562356" y="585673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101" name="Shape 97"/>
          <p:cNvSpPr/>
          <p:nvPr/>
        </p:nvSpPr>
        <p:spPr>
          <a:xfrm>
            <a:off x="562356" y="6131052"/>
            <a:ext cx="155448" cy="155448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745236" y="6131052"/>
            <a:ext cx="155448" cy="155448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03" name="Text 99"/>
          <p:cNvSpPr txBox="1"/>
          <p:nvPr/>
        </p:nvSpPr>
        <p:spPr>
          <a:xfrm>
            <a:off x="1019556" y="6094476"/>
            <a:ext cx="1097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ほのおのしっぽ</a:t>
            </a:r>
            <a:endParaRPr lang="en-US" sz="1200" dirty="0"/>
          </a:p>
        </p:txBody>
      </p:sp>
      <p:sp>
        <p:nvSpPr>
          <p:cNvPr id="104" name="Text 100"/>
          <p:cNvSpPr txBox="1"/>
          <p:nvPr/>
        </p:nvSpPr>
        <p:spPr>
          <a:xfrm>
            <a:off x="1979676" y="609447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</a:t>
            </a:r>
            <a:endParaRPr lang="en-US" sz="1400" dirty="0"/>
          </a:p>
        </p:txBody>
      </p:sp>
      <p:sp>
        <p:nvSpPr>
          <p:cNvPr id="105" name="Text 101"/>
          <p:cNvSpPr txBox="1"/>
          <p:nvPr/>
        </p:nvSpPr>
        <p:spPr>
          <a:xfrm>
            <a:off x="562356" y="634136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106" name="Shape 102"/>
          <p:cNvSpPr/>
          <p:nvPr/>
        </p:nvSpPr>
        <p:spPr>
          <a:xfrm>
            <a:off x="470916" y="6579108"/>
            <a:ext cx="2084832" cy="182880"/>
          </a:xfrm>
          <a:prstGeom prst="rect">
            <a:avLst/>
          </a:prstGeom>
          <a:solidFill>
            <a:srgbClr val="DADDE0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107" name="Text 103"/>
          <p:cNvSpPr txBox="1"/>
          <p:nvPr/>
        </p:nvSpPr>
        <p:spPr>
          <a:xfrm>
            <a:off x="507492" y="65791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弱点</a:t>
            </a:r>
            <a:endParaRPr lang="en-US" sz="700" dirty="0"/>
          </a:p>
        </p:txBody>
      </p:sp>
      <p:sp>
        <p:nvSpPr>
          <p:cNvPr id="108" name="Shape 104"/>
          <p:cNvSpPr/>
          <p:nvPr/>
        </p:nvSpPr>
        <p:spPr>
          <a:xfrm>
            <a:off x="781812" y="6601968"/>
            <a:ext cx="137160" cy="137160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09" name="Text 105"/>
          <p:cNvSpPr txBox="1"/>
          <p:nvPr/>
        </p:nvSpPr>
        <p:spPr>
          <a:xfrm>
            <a:off x="937260" y="657910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×2</a:t>
            </a:r>
            <a:endParaRPr lang="en-US" sz="900" dirty="0"/>
          </a:p>
        </p:txBody>
      </p:sp>
      <p:sp>
        <p:nvSpPr>
          <p:cNvPr id="110" name="Text 106"/>
          <p:cNvSpPr txBox="1"/>
          <p:nvPr/>
        </p:nvSpPr>
        <p:spPr>
          <a:xfrm>
            <a:off x="1184148" y="657910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抵抗力</a:t>
            </a:r>
            <a:endParaRPr lang="en-US" sz="700" dirty="0"/>
          </a:p>
        </p:txBody>
      </p:sp>
      <p:sp>
        <p:nvSpPr>
          <p:cNvPr id="111" name="Text 107"/>
          <p:cNvSpPr txBox="1"/>
          <p:nvPr/>
        </p:nvSpPr>
        <p:spPr>
          <a:xfrm>
            <a:off x="1531620" y="65791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－20</a:t>
            </a:r>
            <a:endParaRPr lang="en-US" sz="800" dirty="0"/>
          </a:p>
        </p:txBody>
      </p:sp>
      <p:sp>
        <p:nvSpPr>
          <p:cNvPr id="112" name="Text 108"/>
          <p:cNvSpPr txBox="1"/>
          <p:nvPr/>
        </p:nvSpPr>
        <p:spPr>
          <a:xfrm>
            <a:off x="1952244" y="657910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にげる</a:t>
            </a:r>
            <a:endParaRPr lang="en-US" sz="700" dirty="0"/>
          </a:p>
        </p:txBody>
      </p:sp>
      <p:sp>
        <p:nvSpPr>
          <p:cNvPr id="113" name="Shape 109"/>
          <p:cNvSpPr/>
          <p:nvPr/>
        </p:nvSpPr>
        <p:spPr>
          <a:xfrm>
            <a:off x="2281428" y="6601968"/>
            <a:ext cx="137160" cy="137160"/>
          </a:xfrm>
          <a:prstGeom prst="ellipse">
            <a:avLst/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14" name="Shape 110"/>
          <p:cNvSpPr/>
          <p:nvPr/>
        </p:nvSpPr>
        <p:spPr>
          <a:xfrm>
            <a:off x="2647188" y="3762756"/>
            <a:ext cx="2267712" cy="3163824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dash"/>
          </a:ln>
        </p:spPr>
      </p:sp>
      <p:sp>
        <p:nvSpPr>
          <p:cNvPr id="115" name="Shape 111"/>
          <p:cNvSpPr/>
          <p:nvPr/>
        </p:nvSpPr>
        <p:spPr>
          <a:xfrm>
            <a:off x="2674620" y="3790188"/>
            <a:ext cx="2212848" cy="3108960"/>
          </a:xfrm>
          <a:prstGeom prst="roundRect">
            <a:avLst>
              <a:gd name="adj" fmla="val 413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116" name="Shape 112"/>
          <p:cNvSpPr/>
          <p:nvPr/>
        </p:nvSpPr>
        <p:spPr>
          <a:xfrm>
            <a:off x="2738628" y="3854196"/>
            <a:ext cx="2084832" cy="2980944"/>
          </a:xfrm>
          <a:prstGeom prst="rect">
            <a:avLst/>
          </a:prstGeom>
          <a:solidFill>
            <a:srgbClr val="A9D6F5"/>
          </a:solidFill>
          <a:ln w="6350">
            <a:solidFill>
              <a:srgbClr val="A9D6F5"/>
            </a:solidFill>
            <a:prstDash val="solid"/>
          </a:ln>
        </p:spPr>
      </p:sp>
      <p:sp>
        <p:nvSpPr>
          <p:cNvPr id="117" name="Shape 113"/>
          <p:cNvSpPr/>
          <p:nvPr/>
        </p:nvSpPr>
        <p:spPr>
          <a:xfrm>
            <a:off x="2738628" y="3854196"/>
            <a:ext cx="384048" cy="155448"/>
          </a:xfrm>
          <a:prstGeom prst="roundRect">
            <a:avLst>
              <a:gd name="adj" fmla="val 2941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118" name="Text 114"/>
          <p:cNvSpPr txBox="1"/>
          <p:nvPr/>
        </p:nvSpPr>
        <p:spPr>
          <a:xfrm>
            <a:off x="2738628" y="3854196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たね</a:t>
            </a:r>
            <a:endParaRPr lang="en-US" sz="800" dirty="0"/>
          </a:p>
        </p:txBody>
      </p:sp>
      <p:sp>
        <p:nvSpPr>
          <p:cNvPr id="119" name="Text 115"/>
          <p:cNvSpPr txBox="1"/>
          <p:nvPr/>
        </p:nvSpPr>
        <p:spPr>
          <a:xfrm>
            <a:off x="3168396" y="3872484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あめふりガエル</a:t>
            </a:r>
            <a:endParaRPr lang="en-US" sz="1000" dirty="0"/>
          </a:p>
        </p:txBody>
      </p:sp>
      <p:sp>
        <p:nvSpPr>
          <p:cNvPr id="120" name="Text 116"/>
          <p:cNvSpPr txBox="1"/>
          <p:nvPr/>
        </p:nvSpPr>
        <p:spPr>
          <a:xfrm>
            <a:off x="4018788" y="387248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HP 70</a:t>
            </a:r>
            <a:endParaRPr lang="en-US" sz="1200" dirty="0"/>
          </a:p>
        </p:txBody>
      </p:sp>
      <p:sp>
        <p:nvSpPr>
          <p:cNvPr id="121" name="Shape 117"/>
          <p:cNvSpPr/>
          <p:nvPr/>
        </p:nvSpPr>
        <p:spPr>
          <a:xfrm>
            <a:off x="4613148" y="3918204"/>
            <a:ext cx="173736" cy="173736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2820924" y="4174236"/>
            <a:ext cx="1920240" cy="1225296"/>
          </a:xfrm>
          <a:prstGeom prst="rect">
            <a:avLst/>
          </a:prstGeom>
          <a:solidFill>
            <a:srgbClr val="FFFFFF"/>
          </a:solidFill>
          <a:ln w="31750">
            <a:solidFill>
              <a:srgbClr val="C9CCD0"/>
            </a:solidFill>
            <a:prstDash val="solid"/>
          </a:ln>
        </p:spPr>
      </p:sp>
      <p:pic>
        <p:nvPicPr>
          <p:cNvPr id="123" name="Image 2" descr="c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187952"/>
            <a:ext cx="1892808" cy="1197864"/>
          </a:xfrm>
          <a:prstGeom prst="rect">
            <a:avLst/>
          </a:prstGeom>
        </p:spPr>
      </p:pic>
      <p:sp>
        <p:nvSpPr>
          <p:cNvPr id="124" name="Text 119"/>
          <p:cNvSpPr txBox="1"/>
          <p:nvPr/>
        </p:nvSpPr>
        <p:spPr>
          <a:xfrm>
            <a:off x="2820924" y="540867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ランク B</a:t>
            </a:r>
            <a:endParaRPr lang="en-US" sz="800" dirty="0"/>
          </a:p>
        </p:txBody>
      </p:sp>
      <p:sp>
        <p:nvSpPr>
          <p:cNvPr id="125" name="Shape 120"/>
          <p:cNvSpPr/>
          <p:nvPr/>
        </p:nvSpPr>
        <p:spPr>
          <a:xfrm>
            <a:off x="2830068" y="5646420"/>
            <a:ext cx="155448" cy="155448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26" name="Text 121"/>
          <p:cNvSpPr txBox="1"/>
          <p:nvPr/>
        </p:nvSpPr>
        <p:spPr>
          <a:xfrm>
            <a:off x="3287268" y="5609844"/>
            <a:ext cx="1097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みずでっぽう</a:t>
            </a:r>
            <a:endParaRPr lang="en-US" sz="1200" dirty="0"/>
          </a:p>
        </p:txBody>
      </p:sp>
      <p:sp>
        <p:nvSpPr>
          <p:cNvPr id="127" name="Text 122"/>
          <p:cNvSpPr txBox="1"/>
          <p:nvPr/>
        </p:nvSpPr>
        <p:spPr>
          <a:xfrm>
            <a:off x="4247388" y="560984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</a:t>
            </a:r>
            <a:endParaRPr lang="en-US" sz="1400" dirty="0"/>
          </a:p>
        </p:txBody>
      </p:sp>
      <p:sp>
        <p:nvSpPr>
          <p:cNvPr id="128" name="Text 123"/>
          <p:cNvSpPr txBox="1"/>
          <p:nvPr/>
        </p:nvSpPr>
        <p:spPr>
          <a:xfrm>
            <a:off x="2830068" y="585673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129" name="Shape 124"/>
          <p:cNvSpPr/>
          <p:nvPr/>
        </p:nvSpPr>
        <p:spPr>
          <a:xfrm>
            <a:off x="2830068" y="6131052"/>
            <a:ext cx="155448" cy="155448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30" name="Shape 125"/>
          <p:cNvSpPr/>
          <p:nvPr/>
        </p:nvSpPr>
        <p:spPr>
          <a:xfrm>
            <a:off x="3012948" y="6131052"/>
            <a:ext cx="155448" cy="155448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31" name="Text 126"/>
          <p:cNvSpPr txBox="1"/>
          <p:nvPr/>
        </p:nvSpPr>
        <p:spPr>
          <a:xfrm>
            <a:off x="3287268" y="6094476"/>
            <a:ext cx="1097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ずぶぬれ</a:t>
            </a:r>
            <a:endParaRPr lang="en-US" sz="1200" dirty="0"/>
          </a:p>
        </p:txBody>
      </p:sp>
      <p:sp>
        <p:nvSpPr>
          <p:cNvPr id="132" name="Text 127"/>
          <p:cNvSpPr txBox="1"/>
          <p:nvPr/>
        </p:nvSpPr>
        <p:spPr>
          <a:xfrm>
            <a:off x="4247388" y="609447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</a:t>
            </a:r>
            <a:endParaRPr lang="en-US" sz="1400" dirty="0"/>
          </a:p>
        </p:txBody>
      </p:sp>
      <p:sp>
        <p:nvSpPr>
          <p:cNvPr id="133" name="Text 128"/>
          <p:cNvSpPr txBox="1"/>
          <p:nvPr/>
        </p:nvSpPr>
        <p:spPr>
          <a:xfrm>
            <a:off x="2830068" y="634136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134" name="Shape 129"/>
          <p:cNvSpPr/>
          <p:nvPr/>
        </p:nvSpPr>
        <p:spPr>
          <a:xfrm>
            <a:off x="2738628" y="6579108"/>
            <a:ext cx="2084832" cy="182880"/>
          </a:xfrm>
          <a:prstGeom prst="rect">
            <a:avLst/>
          </a:prstGeom>
          <a:solidFill>
            <a:srgbClr val="DADDE0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135" name="Text 130"/>
          <p:cNvSpPr txBox="1"/>
          <p:nvPr/>
        </p:nvSpPr>
        <p:spPr>
          <a:xfrm>
            <a:off x="2775204" y="65791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弱点</a:t>
            </a:r>
            <a:endParaRPr lang="en-US" sz="700" dirty="0"/>
          </a:p>
        </p:txBody>
      </p:sp>
      <p:sp>
        <p:nvSpPr>
          <p:cNvPr id="136" name="Shape 131"/>
          <p:cNvSpPr/>
          <p:nvPr/>
        </p:nvSpPr>
        <p:spPr>
          <a:xfrm>
            <a:off x="3049524" y="6601968"/>
            <a:ext cx="137160" cy="137160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37" name="Text 132"/>
          <p:cNvSpPr txBox="1"/>
          <p:nvPr/>
        </p:nvSpPr>
        <p:spPr>
          <a:xfrm>
            <a:off x="3204972" y="657910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×2</a:t>
            </a:r>
            <a:endParaRPr lang="en-US" sz="900" dirty="0"/>
          </a:p>
        </p:txBody>
      </p:sp>
      <p:sp>
        <p:nvSpPr>
          <p:cNvPr id="138" name="Text 133"/>
          <p:cNvSpPr txBox="1"/>
          <p:nvPr/>
        </p:nvSpPr>
        <p:spPr>
          <a:xfrm>
            <a:off x="3451860" y="657910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抵抗力</a:t>
            </a:r>
            <a:endParaRPr lang="en-US" sz="700" dirty="0"/>
          </a:p>
        </p:txBody>
      </p:sp>
      <p:sp>
        <p:nvSpPr>
          <p:cNvPr id="139" name="Text 134"/>
          <p:cNvSpPr txBox="1"/>
          <p:nvPr/>
        </p:nvSpPr>
        <p:spPr>
          <a:xfrm>
            <a:off x="3799332" y="65791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－20</a:t>
            </a:r>
            <a:endParaRPr lang="en-US" sz="800" dirty="0"/>
          </a:p>
        </p:txBody>
      </p:sp>
      <p:sp>
        <p:nvSpPr>
          <p:cNvPr id="140" name="Text 135"/>
          <p:cNvSpPr txBox="1"/>
          <p:nvPr/>
        </p:nvSpPr>
        <p:spPr>
          <a:xfrm>
            <a:off x="4219956" y="657910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にげる</a:t>
            </a:r>
            <a:endParaRPr lang="en-US" sz="700" dirty="0"/>
          </a:p>
        </p:txBody>
      </p:sp>
      <p:sp>
        <p:nvSpPr>
          <p:cNvPr id="141" name="Shape 136"/>
          <p:cNvSpPr/>
          <p:nvPr/>
        </p:nvSpPr>
        <p:spPr>
          <a:xfrm>
            <a:off x="4549140" y="6601968"/>
            <a:ext cx="137160" cy="137160"/>
          </a:xfrm>
          <a:prstGeom prst="ellipse">
            <a:avLst/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42" name="Shape 137"/>
          <p:cNvSpPr/>
          <p:nvPr/>
        </p:nvSpPr>
        <p:spPr>
          <a:xfrm>
            <a:off x="4914900" y="3762756"/>
            <a:ext cx="2267712" cy="3163824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dash"/>
          </a:ln>
        </p:spPr>
      </p:sp>
      <p:sp>
        <p:nvSpPr>
          <p:cNvPr id="143" name="Shape 138"/>
          <p:cNvSpPr/>
          <p:nvPr/>
        </p:nvSpPr>
        <p:spPr>
          <a:xfrm>
            <a:off x="4942332" y="3790188"/>
            <a:ext cx="2212848" cy="3108960"/>
          </a:xfrm>
          <a:prstGeom prst="roundRect">
            <a:avLst>
              <a:gd name="adj" fmla="val 413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144" name="Shape 139"/>
          <p:cNvSpPr/>
          <p:nvPr/>
        </p:nvSpPr>
        <p:spPr>
          <a:xfrm>
            <a:off x="5006340" y="3854196"/>
            <a:ext cx="2084832" cy="2980944"/>
          </a:xfrm>
          <a:prstGeom prst="rect">
            <a:avLst/>
          </a:prstGeom>
          <a:solidFill>
            <a:srgbClr val="BFE35A"/>
          </a:solidFill>
          <a:ln w="6350">
            <a:solidFill>
              <a:srgbClr val="BFE35A"/>
            </a:solidFill>
            <a:prstDash val="solid"/>
          </a:ln>
        </p:spPr>
      </p:sp>
      <p:sp>
        <p:nvSpPr>
          <p:cNvPr id="145" name="Shape 140"/>
          <p:cNvSpPr/>
          <p:nvPr/>
        </p:nvSpPr>
        <p:spPr>
          <a:xfrm>
            <a:off x="5006340" y="3854196"/>
            <a:ext cx="384048" cy="155448"/>
          </a:xfrm>
          <a:prstGeom prst="roundRect">
            <a:avLst>
              <a:gd name="adj" fmla="val 2941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146" name="Text 141"/>
          <p:cNvSpPr txBox="1"/>
          <p:nvPr/>
        </p:nvSpPr>
        <p:spPr>
          <a:xfrm>
            <a:off x="5006340" y="3854196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たね</a:t>
            </a:r>
            <a:endParaRPr lang="en-US" sz="800" dirty="0"/>
          </a:p>
        </p:txBody>
      </p:sp>
      <p:sp>
        <p:nvSpPr>
          <p:cNvPr id="147" name="Text 142"/>
          <p:cNvSpPr txBox="1"/>
          <p:nvPr/>
        </p:nvSpPr>
        <p:spPr>
          <a:xfrm>
            <a:off x="5436108" y="3872484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きのこぼうず</a:t>
            </a:r>
            <a:endParaRPr lang="en-US" sz="1100" dirty="0"/>
          </a:p>
        </p:txBody>
      </p:sp>
      <p:sp>
        <p:nvSpPr>
          <p:cNvPr id="148" name="Text 143"/>
          <p:cNvSpPr txBox="1"/>
          <p:nvPr/>
        </p:nvSpPr>
        <p:spPr>
          <a:xfrm>
            <a:off x="6286500" y="387248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HP 50</a:t>
            </a:r>
            <a:endParaRPr lang="en-US" sz="1200" dirty="0"/>
          </a:p>
        </p:txBody>
      </p:sp>
      <p:sp>
        <p:nvSpPr>
          <p:cNvPr id="149" name="Shape 144"/>
          <p:cNvSpPr/>
          <p:nvPr/>
        </p:nvSpPr>
        <p:spPr>
          <a:xfrm>
            <a:off x="6880860" y="3918204"/>
            <a:ext cx="173736" cy="173736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50" name="Shape 145"/>
          <p:cNvSpPr/>
          <p:nvPr/>
        </p:nvSpPr>
        <p:spPr>
          <a:xfrm>
            <a:off x="5088636" y="4174236"/>
            <a:ext cx="1920240" cy="1225296"/>
          </a:xfrm>
          <a:prstGeom prst="rect">
            <a:avLst/>
          </a:prstGeom>
          <a:solidFill>
            <a:srgbClr val="FFFFFF"/>
          </a:solidFill>
          <a:ln w="31750">
            <a:solidFill>
              <a:srgbClr val="C9CCD0"/>
            </a:solidFill>
            <a:prstDash val="solid"/>
          </a:ln>
        </p:spPr>
      </p:sp>
      <p:sp>
        <p:nvSpPr>
          <p:cNvPr id="151" name="Text 146"/>
          <p:cNvSpPr txBox="1"/>
          <p:nvPr/>
        </p:nvSpPr>
        <p:spPr>
          <a:xfrm>
            <a:off x="5189220" y="4174236"/>
            <a:ext cx="17190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ここに絵をはる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（かさに水玉もようの、ちいさなきのこ）</a:t>
            </a:r>
            <a:endParaRPr lang="en-US" sz="950" dirty="0"/>
          </a:p>
        </p:txBody>
      </p:sp>
      <p:sp>
        <p:nvSpPr>
          <p:cNvPr id="152" name="Text 147"/>
          <p:cNvSpPr txBox="1"/>
          <p:nvPr/>
        </p:nvSpPr>
        <p:spPr>
          <a:xfrm>
            <a:off x="5088636" y="540867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ランク C</a:t>
            </a:r>
            <a:endParaRPr lang="en-US" sz="800" dirty="0"/>
          </a:p>
        </p:txBody>
      </p:sp>
      <p:sp>
        <p:nvSpPr>
          <p:cNvPr id="153" name="Shape 148"/>
          <p:cNvSpPr/>
          <p:nvPr/>
        </p:nvSpPr>
        <p:spPr>
          <a:xfrm>
            <a:off x="5097780" y="5646420"/>
            <a:ext cx="155448" cy="155448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54" name="Text 149"/>
          <p:cNvSpPr txBox="1"/>
          <p:nvPr/>
        </p:nvSpPr>
        <p:spPr>
          <a:xfrm>
            <a:off x="5554980" y="5609844"/>
            <a:ext cx="1097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ぽふぽふ</a:t>
            </a:r>
            <a:endParaRPr lang="en-US" sz="1200" dirty="0"/>
          </a:p>
        </p:txBody>
      </p:sp>
      <p:sp>
        <p:nvSpPr>
          <p:cNvPr id="155" name="Text 150"/>
          <p:cNvSpPr txBox="1"/>
          <p:nvPr/>
        </p:nvSpPr>
        <p:spPr>
          <a:xfrm>
            <a:off x="6515100" y="560984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1400" dirty="0"/>
          </a:p>
        </p:txBody>
      </p:sp>
      <p:sp>
        <p:nvSpPr>
          <p:cNvPr id="156" name="Text 151"/>
          <p:cNvSpPr txBox="1"/>
          <p:nvPr/>
        </p:nvSpPr>
        <p:spPr>
          <a:xfrm>
            <a:off x="5097780" y="585673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157" name="Shape 152"/>
          <p:cNvSpPr/>
          <p:nvPr/>
        </p:nvSpPr>
        <p:spPr>
          <a:xfrm>
            <a:off x="5097780" y="6131052"/>
            <a:ext cx="155448" cy="155448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58" name="Shape 153"/>
          <p:cNvSpPr/>
          <p:nvPr/>
        </p:nvSpPr>
        <p:spPr>
          <a:xfrm>
            <a:off x="5280660" y="6131052"/>
            <a:ext cx="155448" cy="155448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59" name="Text 154"/>
          <p:cNvSpPr txBox="1"/>
          <p:nvPr/>
        </p:nvSpPr>
        <p:spPr>
          <a:xfrm>
            <a:off x="5554980" y="6094476"/>
            <a:ext cx="1097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ほうしこうげき</a:t>
            </a:r>
            <a:endParaRPr lang="en-US" sz="1200" dirty="0"/>
          </a:p>
        </p:txBody>
      </p:sp>
      <p:sp>
        <p:nvSpPr>
          <p:cNvPr id="160" name="Text 155"/>
          <p:cNvSpPr txBox="1"/>
          <p:nvPr/>
        </p:nvSpPr>
        <p:spPr>
          <a:xfrm>
            <a:off x="6515100" y="609447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</a:t>
            </a:r>
            <a:endParaRPr lang="en-US" sz="1400" dirty="0"/>
          </a:p>
        </p:txBody>
      </p:sp>
      <p:sp>
        <p:nvSpPr>
          <p:cNvPr id="161" name="Text 156"/>
          <p:cNvSpPr txBox="1"/>
          <p:nvPr/>
        </p:nvSpPr>
        <p:spPr>
          <a:xfrm>
            <a:off x="5097780" y="634136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162" name="Shape 157"/>
          <p:cNvSpPr/>
          <p:nvPr/>
        </p:nvSpPr>
        <p:spPr>
          <a:xfrm>
            <a:off x="5006340" y="6579108"/>
            <a:ext cx="2084832" cy="182880"/>
          </a:xfrm>
          <a:prstGeom prst="rect">
            <a:avLst/>
          </a:prstGeom>
          <a:solidFill>
            <a:srgbClr val="DADDE0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163" name="Text 158"/>
          <p:cNvSpPr txBox="1"/>
          <p:nvPr/>
        </p:nvSpPr>
        <p:spPr>
          <a:xfrm>
            <a:off x="5042916" y="65791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弱点</a:t>
            </a:r>
            <a:endParaRPr lang="en-US" sz="700" dirty="0"/>
          </a:p>
        </p:txBody>
      </p:sp>
      <p:sp>
        <p:nvSpPr>
          <p:cNvPr id="164" name="Shape 159"/>
          <p:cNvSpPr/>
          <p:nvPr/>
        </p:nvSpPr>
        <p:spPr>
          <a:xfrm>
            <a:off x="5317236" y="6601968"/>
            <a:ext cx="137160" cy="137160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65" name="Text 160"/>
          <p:cNvSpPr txBox="1"/>
          <p:nvPr/>
        </p:nvSpPr>
        <p:spPr>
          <a:xfrm>
            <a:off x="5472684" y="657910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×2</a:t>
            </a:r>
            <a:endParaRPr lang="en-US" sz="900" dirty="0"/>
          </a:p>
        </p:txBody>
      </p:sp>
      <p:sp>
        <p:nvSpPr>
          <p:cNvPr id="166" name="Text 161"/>
          <p:cNvSpPr txBox="1"/>
          <p:nvPr/>
        </p:nvSpPr>
        <p:spPr>
          <a:xfrm>
            <a:off x="5719572" y="657910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抵抗力</a:t>
            </a:r>
            <a:endParaRPr lang="en-US" sz="700" dirty="0"/>
          </a:p>
        </p:txBody>
      </p:sp>
      <p:sp>
        <p:nvSpPr>
          <p:cNvPr id="167" name="Text 162"/>
          <p:cNvSpPr txBox="1"/>
          <p:nvPr/>
        </p:nvSpPr>
        <p:spPr>
          <a:xfrm>
            <a:off x="6067044" y="65791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－20</a:t>
            </a:r>
            <a:endParaRPr lang="en-US" sz="800" dirty="0"/>
          </a:p>
        </p:txBody>
      </p:sp>
      <p:sp>
        <p:nvSpPr>
          <p:cNvPr id="168" name="Text 163"/>
          <p:cNvSpPr txBox="1"/>
          <p:nvPr/>
        </p:nvSpPr>
        <p:spPr>
          <a:xfrm>
            <a:off x="6487668" y="657910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にげる</a:t>
            </a:r>
            <a:endParaRPr lang="en-US" sz="700" dirty="0"/>
          </a:p>
        </p:txBody>
      </p:sp>
      <p:sp>
        <p:nvSpPr>
          <p:cNvPr id="169" name="Shape 164"/>
          <p:cNvSpPr/>
          <p:nvPr/>
        </p:nvSpPr>
        <p:spPr>
          <a:xfrm>
            <a:off x="6816852" y="6601968"/>
            <a:ext cx="137160" cy="137160"/>
          </a:xfrm>
          <a:prstGeom prst="ellipse">
            <a:avLst/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70" name="Shape 165"/>
          <p:cNvSpPr/>
          <p:nvPr/>
        </p:nvSpPr>
        <p:spPr>
          <a:xfrm>
            <a:off x="379476" y="6926580"/>
            <a:ext cx="2267712" cy="3163824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dash"/>
          </a:ln>
        </p:spPr>
      </p:sp>
      <p:sp>
        <p:nvSpPr>
          <p:cNvPr id="171" name="Shape 166"/>
          <p:cNvSpPr/>
          <p:nvPr/>
        </p:nvSpPr>
        <p:spPr>
          <a:xfrm>
            <a:off x="406908" y="6954012"/>
            <a:ext cx="2212848" cy="3108960"/>
          </a:xfrm>
          <a:prstGeom prst="roundRect">
            <a:avLst>
              <a:gd name="adj" fmla="val 413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172" name="Shape 167"/>
          <p:cNvSpPr/>
          <p:nvPr/>
        </p:nvSpPr>
        <p:spPr>
          <a:xfrm>
            <a:off x="470916" y="7018020"/>
            <a:ext cx="2084832" cy="2980944"/>
          </a:xfrm>
          <a:prstGeom prst="rect">
            <a:avLst/>
          </a:prstGeom>
          <a:solidFill>
            <a:srgbClr val="F6B58A"/>
          </a:solidFill>
          <a:ln w="6350">
            <a:solidFill>
              <a:srgbClr val="F6B58A"/>
            </a:solidFill>
            <a:prstDash val="solid"/>
          </a:ln>
        </p:spPr>
      </p:sp>
      <p:sp>
        <p:nvSpPr>
          <p:cNvPr id="173" name="Shape 168"/>
          <p:cNvSpPr/>
          <p:nvPr/>
        </p:nvSpPr>
        <p:spPr>
          <a:xfrm>
            <a:off x="470916" y="7018020"/>
            <a:ext cx="384048" cy="155448"/>
          </a:xfrm>
          <a:prstGeom prst="roundRect">
            <a:avLst>
              <a:gd name="adj" fmla="val 2941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174" name="Text 169"/>
          <p:cNvSpPr txBox="1"/>
          <p:nvPr/>
        </p:nvSpPr>
        <p:spPr>
          <a:xfrm>
            <a:off x="470916" y="7018020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たね</a:t>
            </a:r>
            <a:endParaRPr lang="en-US" sz="800" dirty="0"/>
          </a:p>
        </p:txBody>
      </p:sp>
      <p:sp>
        <p:nvSpPr>
          <p:cNvPr id="175" name="Text 170"/>
          <p:cNvSpPr txBox="1"/>
          <p:nvPr/>
        </p:nvSpPr>
        <p:spPr>
          <a:xfrm>
            <a:off x="900684" y="7036308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ちびキツネ</a:t>
            </a:r>
            <a:endParaRPr lang="en-US" sz="1300" dirty="0"/>
          </a:p>
        </p:txBody>
      </p:sp>
      <p:sp>
        <p:nvSpPr>
          <p:cNvPr id="176" name="Text 171"/>
          <p:cNvSpPr txBox="1"/>
          <p:nvPr/>
        </p:nvSpPr>
        <p:spPr>
          <a:xfrm>
            <a:off x="1751076" y="70363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HP 50</a:t>
            </a:r>
            <a:endParaRPr lang="en-US" sz="1200" dirty="0"/>
          </a:p>
        </p:txBody>
      </p:sp>
      <p:sp>
        <p:nvSpPr>
          <p:cNvPr id="177" name="Shape 172"/>
          <p:cNvSpPr/>
          <p:nvPr/>
        </p:nvSpPr>
        <p:spPr>
          <a:xfrm>
            <a:off x="2345436" y="7082028"/>
            <a:ext cx="173736" cy="173736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78" name="Shape 173"/>
          <p:cNvSpPr/>
          <p:nvPr/>
        </p:nvSpPr>
        <p:spPr>
          <a:xfrm>
            <a:off x="553212" y="7338060"/>
            <a:ext cx="1920240" cy="1225296"/>
          </a:xfrm>
          <a:prstGeom prst="rect">
            <a:avLst/>
          </a:prstGeom>
          <a:solidFill>
            <a:srgbClr val="FFFFFF"/>
          </a:solidFill>
          <a:ln w="31750">
            <a:solidFill>
              <a:srgbClr val="C9CCD0"/>
            </a:solidFill>
            <a:prstDash val="solid"/>
          </a:ln>
        </p:spPr>
      </p:sp>
      <p:sp>
        <p:nvSpPr>
          <p:cNvPr id="179" name="Text 174"/>
          <p:cNvSpPr txBox="1"/>
          <p:nvPr/>
        </p:nvSpPr>
        <p:spPr>
          <a:xfrm>
            <a:off x="653796" y="7338060"/>
            <a:ext cx="17190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ここに絵をはる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（しっぽに小さな火がついた子ぎつね）</a:t>
            </a:r>
            <a:endParaRPr lang="en-US" sz="950" dirty="0"/>
          </a:p>
        </p:txBody>
      </p:sp>
      <p:sp>
        <p:nvSpPr>
          <p:cNvPr id="180" name="Text 175"/>
          <p:cNvSpPr txBox="1"/>
          <p:nvPr/>
        </p:nvSpPr>
        <p:spPr>
          <a:xfrm>
            <a:off x="553212" y="857250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ランク C</a:t>
            </a:r>
            <a:endParaRPr lang="en-US" sz="800" dirty="0"/>
          </a:p>
        </p:txBody>
      </p:sp>
      <p:sp>
        <p:nvSpPr>
          <p:cNvPr id="181" name="Shape 176"/>
          <p:cNvSpPr/>
          <p:nvPr/>
        </p:nvSpPr>
        <p:spPr>
          <a:xfrm>
            <a:off x="562356" y="8810244"/>
            <a:ext cx="155448" cy="155448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82" name="Text 177"/>
          <p:cNvSpPr txBox="1"/>
          <p:nvPr/>
        </p:nvSpPr>
        <p:spPr>
          <a:xfrm>
            <a:off x="1019556" y="8773668"/>
            <a:ext cx="1097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ぽっぽひ</a:t>
            </a:r>
            <a:endParaRPr lang="en-US" sz="1200" dirty="0"/>
          </a:p>
        </p:txBody>
      </p:sp>
      <p:sp>
        <p:nvSpPr>
          <p:cNvPr id="183" name="Text 178"/>
          <p:cNvSpPr txBox="1"/>
          <p:nvPr/>
        </p:nvSpPr>
        <p:spPr>
          <a:xfrm>
            <a:off x="1979676" y="877366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1400" dirty="0"/>
          </a:p>
        </p:txBody>
      </p:sp>
      <p:sp>
        <p:nvSpPr>
          <p:cNvPr id="184" name="Text 179"/>
          <p:cNvSpPr txBox="1"/>
          <p:nvPr/>
        </p:nvSpPr>
        <p:spPr>
          <a:xfrm>
            <a:off x="562356" y="9020556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185" name="Shape 180"/>
          <p:cNvSpPr/>
          <p:nvPr/>
        </p:nvSpPr>
        <p:spPr>
          <a:xfrm>
            <a:off x="562356" y="9294876"/>
            <a:ext cx="155448" cy="155448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86" name="Shape 181"/>
          <p:cNvSpPr/>
          <p:nvPr/>
        </p:nvSpPr>
        <p:spPr>
          <a:xfrm>
            <a:off x="745236" y="9294876"/>
            <a:ext cx="155448" cy="155448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87" name="Text 182"/>
          <p:cNvSpPr txBox="1"/>
          <p:nvPr/>
        </p:nvSpPr>
        <p:spPr>
          <a:xfrm>
            <a:off x="1019556" y="9258300"/>
            <a:ext cx="1097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ほのおダッシュ</a:t>
            </a:r>
            <a:endParaRPr lang="en-US" sz="1200" dirty="0"/>
          </a:p>
        </p:txBody>
      </p:sp>
      <p:sp>
        <p:nvSpPr>
          <p:cNvPr id="188" name="Text 183"/>
          <p:cNvSpPr txBox="1"/>
          <p:nvPr/>
        </p:nvSpPr>
        <p:spPr>
          <a:xfrm>
            <a:off x="1979676" y="92583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</a:t>
            </a:r>
            <a:endParaRPr lang="en-US" sz="1400" dirty="0"/>
          </a:p>
        </p:txBody>
      </p:sp>
      <p:sp>
        <p:nvSpPr>
          <p:cNvPr id="189" name="Text 184"/>
          <p:cNvSpPr txBox="1"/>
          <p:nvPr/>
        </p:nvSpPr>
        <p:spPr>
          <a:xfrm>
            <a:off x="562356" y="950518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190" name="Shape 185"/>
          <p:cNvSpPr/>
          <p:nvPr/>
        </p:nvSpPr>
        <p:spPr>
          <a:xfrm>
            <a:off x="470916" y="9742932"/>
            <a:ext cx="2084832" cy="182880"/>
          </a:xfrm>
          <a:prstGeom prst="rect">
            <a:avLst/>
          </a:prstGeom>
          <a:solidFill>
            <a:srgbClr val="DADDE0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191" name="Text 186"/>
          <p:cNvSpPr txBox="1"/>
          <p:nvPr/>
        </p:nvSpPr>
        <p:spPr>
          <a:xfrm>
            <a:off x="507492" y="97429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弱点</a:t>
            </a:r>
            <a:endParaRPr lang="en-US" sz="700" dirty="0"/>
          </a:p>
        </p:txBody>
      </p:sp>
      <p:sp>
        <p:nvSpPr>
          <p:cNvPr id="192" name="Shape 187"/>
          <p:cNvSpPr/>
          <p:nvPr/>
        </p:nvSpPr>
        <p:spPr>
          <a:xfrm>
            <a:off x="781812" y="9765792"/>
            <a:ext cx="137160" cy="137160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93" name="Text 188"/>
          <p:cNvSpPr txBox="1"/>
          <p:nvPr/>
        </p:nvSpPr>
        <p:spPr>
          <a:xfrm>
            <a:off x="937260" y="97429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×2</a:t>
            </a:r>
            <a:endParaRPr lang="en-US" sz="900" dirty="0"/>
          </a:p>
        </p:txBody>
      </p:sp>
      <p:sp>
        <p:nvSpPr>
          <p:cNvPr id="194" name="Text 189"/>
          <p:cNvSpPr txBox="1"/>
          <p:nvPr/>
        </p:nvSpPr>
        <p:spPr>
          <a:xfrm>
            <a:off x="1184148" y="97429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抵抗力</a:t>
            </a:r>
            <a:endParaRPr lang="en-US" sz="700" dirty="0"/>
          </a:p>
        </p:txBody>
      </p:sp>
      <p:sp>
        <p:nvSpPr>
          <p:cNvPr id="195" name="Text 190"/>
          <p:cNvSpPr txBox="1"/>
          <p:nvPr/>
        </p:nvSpPr>
        <p:spPr>
          <a:xfrm>
            <a:off x="1531620" y="97429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－20</a:t>
            </a:r>
            <a:endParaRPr lang="en-US" sz="800" dirty="0"/>
          </a:p>
        </p:txBody>
      </p:sp>
      <p:sp>
        <p:nvSpPr>
          <p:cNvPr id="196" name="Text 191"/>
          <p:cNvSpPr txBox="1"/>
          <p:nvPr/>
        </p:nvSpPr>
        <p:spPr>
          <a:xfrm>
            <a:off x="1952244" y="97429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にげる</a:t>
            </a:r>
            <a:endParaRPr lang="en-US" sz="700" dirty="0"/>
          </a:p>
        </p:txBody>
      </p:sp>
      <p:sp>
        <p:nvSpPr>
          <p:cNvPr id="197" name="Shape 192"/>
          <p:cNvSpPr/>
          <p:nvPr/>
        </p:nvSpPr>
        <p:spPr>
          <a:xfrm>
            <a:off x="2281428" y="9765792"/>
            <a:ext cx="137160" cy="137160"/>
          </a:xfrm>
          <a:prstGeom prst="ellipse">
            <a:avLst/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98" name="Shape 193"/>
          <p:cNvSpPr/>
          <p:nvPr/>
        </p:nvSpPr>
        <p:spPr>
          <a:xfrm>
            <a:off x="2647188" y="6926580"/>
            <a:ext cx="2267712" cy="3163824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dash"/>
          </a:ln>
        </p:spPr>
      </p:sp>
      <p:sp>
        <p:nvSpPr>
          <p:cNvPr id="199" name="Shape 194"/>
          <p:cNvSpPr/>
          <p:nvPr/>
        </p:nvSpPr>
        <p:spPr>
          <a:xfrm>
            <a:off x="2674620" y="6954012"/>
            <a:ext cx="2212848" cy="3108960"/>
          </a:xfrm>
          <a:prstGeom prst="roundRect">
            <a:avLst>
              <a:gd name="adj" fmla="val 413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200" name="Shape 195"/>
          <p:cNvSpPr/>
          <p:nvPr/>
        </p:nvSpPr>
        <p:spPr>
          <a:xfrm>
            <a:off x="2738628" y="7018020"/>
            <a:ext cx="2084832" cy="2980944"/>
          </a:xfrm>
          <a:prstGeom prst="rect">
            <a:avLst/>
          </a:prstGeom>
          <a:solidFill>
            <a:srgbClr val="A9D6F5"/>
          </a:solidFill>
          <a:ln w="6350">
            <a:solidFill>
              <a:srgbClr val="A9D6F5"/>
            </a:solidFill>
            <a:prstDash val="solid"/>
          </a:ln>
        </p:spPr>
      </p:sp>
      <p:sp>
        <p:nvSpPr>
          <p:cNvPr id="201" name="Shape 196"/>
          <p:cNvSpPr/>
          <p:nvPr/>
        </p:nvSpPr>
        <p:spPr>
          <a:xfrm>
            <a:off x="2738628" y="7018020"/>
            <a:ext cx="384048" cy="155448"/>
          </a:xfrm>
          <a:prstGeom prst="roundRect">
            <a:avLst>
              <a:gd name="adj" fmla="val 2941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202" name="Text 197"/>
          <p:cNvSpPr txBox="1"/>
          <p:nvPr/>
        </p:nvSpPr>
        <p:spPr>
          <a:xfrm>
            <a:off x="2738628" y="7018020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たね</a:t>
            </a:r>
            <a:endParaRPr lang="en-US" sz="800" dirty="0"/>
          </a:p>
        </p:txBody>
      </p:sp>
      <p:sp>
        <p:nvSpPr>
          <p:cNvPr id="203" name="Text 198"/>
          <p:cNvSpPr txBox="1"/>
          <p:nvPr/>
        </p:nvSpPr>
        <p:spPr>
          <a:xfrm>
            <a:off x="3168396" y="7036308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ちびカメ</a:t>
            </a:r>
            <a:endParaRPr lang="en-US" sz="1500" dirty="0"/>
          </a:p>
        </p:txBody>
      </p:sp>
      <p:sp>
        <p:nvSpPr>
          <p:cNvPr id="204" name="Text 199"/>
          <p:cNvSpPr txBox="1"/>
          <p:nvPr/>
        </p:nvSpPr>
        <p:spPr>
          <a:xfrm>
            <a:off x="4018788" y="70363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HP 40</a:t>
            </a:r>
            <a:endParaRPr lang="en-US" sz="1200" dirty="0"/>
          </a:p>
        </p:txBody>
      </p:sp>
      <p:sp>
        <p:nvSpPr>
          <p:cNvPr id="205" name="Shape 200"/>
          <p:cNvSpPr/>
          <p:nvPr/>
        </p:nvSpPr>
        <p:spPr>
          <a:xfrm>
            <a:off x="4613148" y="7082028"/>
            <a:ext cx="173736" cy="173736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06" name="Shape 201"/>
          <p:cNvSpPr/>
          <p:nvPr/>
        </p:nvSpPr>
        <p:spPr>
          <a:xfrm>
            <a:off x="2820924" y="7338060"/>
            <a:ext cx="1920240" cy="1225296"/>
          </a:xfrm>
          <a:prstGeom prst="rect">
            <a:avLst/>
          </a:prstGeom>
          <a:solidFill>
            <a:srgbClr val="FFFFFF"/>
          </a:solidFill>
          <a:ln w="31750">
            <a:solidFill>
              <a:srgbClr val="C9CCD0"/>
            </a:solidFill>
            <a:prstDash val="solid"/>
          </a:ln>
        </p:spPr>
      </p:sp>
      <p:sp>
        <p:nvSpPr>
          <p:cNvPr id="207" name="Text 202"/>
          <p:cNvSpPr txBox="1"/>
          <p:nvPr/>
        </p:nvSpPr>
        <p:spPr>
          <a:xfrm>
            <a:off x="2921508" y="7338060"/>
            <a:ext cx="17190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ここに絵をはる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（小さなこうらの子ガメ。池のそば）</a:t>
            </a:r>
            <a:endParaRPr lang="en-US" sz="950" dirty="0"/>
          </a:p>
        </p:txBody>
      </p:sp>
      <p:sp>
        <p:nvSpPr>
          <p:cNvPr id="208" name="Text 203"/>
          <p:cNvSpPr txBox="1"/>
          <p:nvPr/>
        </p:nvSpPr>
        <p:spPr>
          <a:xfrm>
            <a:off x="2820924" y="857250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ランク C</a:t>
            </a:r>
            <a:endParaRPr lang="en-US" sz="800" dirty="0"/>
          </a:p>
        </p:txBody>
      </p:sp>
      <p:sp>
        <p:nvSpPr>
          <p:cNvPr id="209" name="Shape 204"/>
          <p:cNvSpPr/>
          <p:nvPr/>
        </p:nvSpPr>
        <p:spPr>
          <a:xfrm>
            <a:off x="2830068" y="8810244"/>
            <a:ext cx="155448" cy="155448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10" name="Text 205"/>
          <p:cNvSpPr txBox="1"/>
          <p:nvPr/>
        </p:nvSpPr>
        <p:spPr>
          <a:xfrm>
            <a:off x="3287268" y="8773668"/>
            <a:ext cx="1097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あわ</a:t>
            </a:r>
            <a:endParaRPr lang="en-US" sz="1200" dirty="0"/>
          </a:p>
        </p:txBody>
      </p:sp>
      <p:sp>
        <p:nvSpPr>
          <p:cNvPr id="211" name="Text 206"/>
          <p:cNvSpPr txBox="1"/>
          <p:nvPr/>
        </p:nvSpPr>
        <p:spPr>
          <a:xfrm>
            <a:off x="4247388" y="877366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1400" dirty="0"/>
          </a:p>
        </p:txBody>
      </p:sp>
      <p:sp>
        <p:nvSpPr>
          <p:cNvPr id="212" name="Text 207"/>
          <p:cNvSpPr txBox="1"/>
          <p:nvPr/>
        </p:nvSpPr>
        <p:spPr>
          <a:xfrm>
            <a:off x="2830068" y="9020556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213" name="Shape 208"/>
          <p:cNvSpPr/>
          <p:nvPr/>
        </p:nvSpPr>
        <p:spPr>
          <a:xfrm>
            <a:off x="2830068" y="9294876"/>
            <a:ext cx="155448" cy="155448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14" name="Shape 209"/>
          <p:cNvSpPr/>
          <p:nvPr/>
        </p:nvSpPr>
        <p:spPr>
          <a:xfrm>
            <a:off x="3012948" y="9294876"/>
            <a:ext cx="155448" cy="155448"/>
          </a:xfrm>
          <a:prstGeom prst="ellipse">
            <a:avLst/>
          </a:prstGeom>
          <a:solidFill>
            <a:srgbClr val="2F8FE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15" name="Text 210"/>
          <p:cNvSpPr txBox="1"/>
          <p:nvPr/>
        </p:nvSpPr>
        <p:spPr>
          <a:xfrm>
            <a:off x="3287268" y="9258300"/>
            <a:ext cx="1097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ころころタックル</a:t>
            </a:r>
            <a:endParaRPr lang="en-US" sz="1000" dirty="0"/>
          </a:p>
        </p:txBody>
      </p:sp>
      <p:sp>
        <p:nvSpPr>
          <p:cNvPr id="216" name="Text 211"/>
          <p:cNvSpPr txBox="1"/>
          <p:nvPr/>
        </p:nvSpPr>
        <p:spPr>
          <a:xfrm>
            <a:off x="4247388" y="92583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40</a:t>
            </a:r>
            <a:endParaRPr lang="en-US" sz="1400" dirty="0"/>
          </a:p>
        </p:txBody>
      </p:sp>
      <p:sp>
        <p:nvSpPr>
          <p:cNvPr id="217" name="Text 212"/>
          <p:cNvSpPr txBox="1"/>
          <p:nvPr/>
        </p:nvSpPr>
        <p:spPr>
          <a:xfrm>
            <a:off x="2830068" y="950518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218" name="Shape 213"/>
          <p:cNvSpPr/>
          <p:nvPr/>
        </p:nvSpPr>
        <p:spPr>
          <a:xfrm>
            <a:off x="2738628" y="9742932"/>
            <a:ext cx="2084832" cy="182880"/>
          </a:xfrm>
          <a:prstGeom prst="rect">
            <a:avLst/>
          </a:prstGeom>
          <a:solidFill>
            <a:srgbClr val="DADDE0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219" name="Text 214"/>
          <p:cNvSpPr txBox="1"/>
          <p:nvPr/>
        </p:nvSpPr>
        <p:spPr>
          <a:xfrm>
            <a:off x="2775204" y="97429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弱点</a:t>
            </a:r>
            <a:endParaRPr lang="en-US" sz="700" dirty="0"/>
          </a:p>
        </p:txBody>
      </p:sp>
      <p:sp>
        <p:nvSpPr>
          <p:cNvPr id="220" name="Shape 215"/>
          <p:cNvSpPr/>
          <p:nvPr/>
        </p:nvSpPr>
        <p:spPr>
          <a:xfrm>
            <a:off x="3049524" y="9765792"/>
            <a:ext cx="137160" cy="137160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21" name="Text 216"/>
          <p:cNvSpPr txBox="1"/>
          <p:nvPr/>
        </p:nvSpPr>
        <p:spPr>
          <a:xfrm>
            <a:off x="3204972" y="97429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×2</a:t>
            </a:r>
            <a:endParaRPr lang="en-US" sz="900" dirty="0"/>
          </a:p>
        </p:txBody>
      </p:sp>
      <p:sp>
        <p:nvSpPr>
          <p:cNvPr id="222" name="Text 217"/>
          <p:cNvSpPr txBox="1"/>
          <p:nvPr/>
        </p:nvSpPr>
        <p:spPr>
          <a:xfrm>
            <a:off x="3451860" y="97429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抵抗力</a:t>
            </a:r>
            <a:endParaRPr lang="en-US" sz="700" dirty="0"/>
          </a:p>
        </p:txBody>
      </p:sp>
      <p:sp>
        <p:nvSpPr>
          <p:cNvPr id="223" name="Text 218"/>
          <p:cNvSpPr txBox="1"/>
          <p:nvPr/>
        </p:nvSpPr>
        <p:spPr>
          <a:xfrm>
            <a:off x="3799332" y="97429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－20</a:t>
            </a:r>
            <a:endParaRPr lang="en-US" sz="800" dirty="0"/>
          </a:p>
        </p:txBody>
      </p:sp>
      <p:sp>
        <p:nvSpPr>
          <p:cNvPr id="224" name="Text 219"/>
          <p:cNvSpPr txBox="1"/>
          <p:nvPr/>
        </p:nvSpPr>
        <p:spPr>
          <a:xfrm>
            <a:off x="4219956" y="97429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にげる</a:t>
            </a:r>
            <a:endParaRPr lang="en-US" sz="700" dirty="0"/>
          </a:p>
        </p:txBody>
      </p:sp>
      <p:sp>
        <p:nvSpPr>
          <p:cNvPr id="225" name="Shape 220"/>
          <p:cNvSpPr/>
          <p:nvPr/>
        </p:nvSpPr>
        <p:spPr>
          <a:xfrm>
            <a:off x="4549140" y="9765792"/>
            <a:ext cx="137160" cy="137160"/>
          </a:xfrm>
          <a:prstGeom prst="ellipse">
            <a:avLst/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26" name="Shape 221"/>
          <p:cNvSpPr/>
          <p:nvPr/>
        </p:nvSpPr>
        <p:spPr>
          <a:xfrm>
            <a:off x="4914900" y="6926580"/>
            <a:ext cx="2267712" cy="3163824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dash"/>
          </a:ln>
        </p:spPr>
      </p:sp>
      <p:sp>
        <p:nvSpPr>
          <p:cNvPr id="227" name="Shape 222"/>
          <p:cNvSpPr/>
          <p:nvPr/>
        </p:nvSpPr>
        <p:spPr>
          <a:xfrm>
            <a:off x="4942332" y="6954012"/>
            <a:ext cx="2212848" cy="3108960"/>
          </a:xfrm>
          <a:prstGeom prst="roundRect">
            <a:avLst>
              <a:gd name="adj" fmla="val 413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228" name="Shape 223"/>
          <p:cNvSpPr/>
          <p:nvPr/>
        </p:nvSpPr>
        <p:spPr>
          <a:xfrm>
            <a:off x="5006340" y="7018020"/>
            <a:ext cx="2084832" cy="2980944"/>
          </a:xfrm>
          <a:prstGeom prst="rect">
            <a:avLst/>
          </a:prstGeom>
          <a:solidFill>
            <a:srgbClr val="BFE35A"/>
          </a:solidFill>
          <a:ln w="6350">
            <a:solidFill>
              <a:srgbClr val="BFE35A"/>
            </a:solidFill>
            <a:prstDash val="solid"/>
          </a:ln>
        </p:spPr>
      </p:sp>
      <p:sp>
        <p:nvSpPr>
          <p:cNvPr id="229" name="Shape 224"/>
          <p:cNvSpPr/>
          <p:nvPr/>
        </p:nvSpPr>
        <p:spPr>
          <a:xfrm>
            <a:off x="5006340" y="7018020"/>
            <a:ext cx="384048" cy="155448"/>
          </a:xfrm>
          <a:prstGeom prst="roundRect">
            <a:avLst>
              <a:gd name="adj" fmla="val 29412"/>
            </a:avLst>
          </a:prstGeom>
          <a:solidFill>
            <a:srgbClr val="C9CCD0"/>
          </a:solidFill>
          <a:ln w="6350">
            <a:solidFill>
              <a:srgbClr val="C9CCD0"/>
            </a:solidFill>
            <a:prstDash val="solid"/>
          </a:ln>
        </p:spPr>
      </p:sp>
      <p:sp>
        <p:nvSpPr>
          <p:cNvPr id="230" name="Text 225"/>
          <p:cNvSpPr txBox="1"/>
          <p:nvPr/>
        </p:nvSpPr>
        <p:spPr>
          <a:xfrm>
            <a:off x="5006340" y="7018020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たね</a:t>
            </a:r>
            <a:endParaRPr lang="en-US" sz="800" dirty="0"/>
          </a:p>
        </p:txBody>
      </p:sp>
      <p:sp>
        <p:nvSpPr>
          <p:cNvPr id="231" name="Text 226"/>
          <p:cNvSpPr txBox="1"/>
          <p:nvPr/>
        </p:nvSpPr>
        <p:spPr>
          <a:xfrm>
            <a:off x="5436108" y="7036308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ひまわりヒヨコ</a:t>
            </a:r>
            <a:endParaRPr lang="en-US" sz="1000" dirty="0"/>
          </a:p>
        </p:txBody>
      </p:sp>
      <p:sp>
        <p:nvSpPr>
          <p:cNvPr id="232" name="Text 227"/>
          <p:cNvSpPr txBox="1"/>
          <p:nvPr/>
        </p:nvSpPr>
        <p:spPr>
          <a:xfrm>
            <a:off x="6286500" y="70363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HP 60</a:t>
            </a:r>
            <a:endParaRPr lang="en-US" sz="1200" dirty="0"/>
          </a:p>
        </p:txBody>
      </p:sp>
      <p:sp>
        <p:nvSpPr>
          <p:cNvPr id="233" name="Shape 228"/>
          <p:cNvSpPr/>
          <p:nvPr/>
        </p:nvSpPr>
        <p:spPr>
          <a:xfrm>
            <a:off x="6880860" y="7082028"/>
            <a:ext cx="173736" cy="173736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34" name="Shape 229"/>
          <p:cNvSpPr/>
          <p:nvPr/>
        </p:nvSpPr>
        <p:spPr>
          <a:xfrm>
            <a:off x="5088636" y="7338060"/>
            <a:ext cx="1920240" cy="1225296"/>
          </a:xfrm>
          <a:prstGeom prst="rect">
            <a:avLst/>
          </a:prstGeom>
          <a:solidFill>
            <a:srgbClr val="FFFFFF"/>
          </a:solidFill>
          <a:ln w="31750">
            <a:solidFill>
              <a:srgbClr val="C9CCD0"/>
            </a:solidFill>
            <a:prstDash val="solid"/>
          </a:ln>
        </p:spPr>
      </p:sp>
      <p:sp>
        <p:nvSpPr>
          <p:cNvPr id="235" name="Text 230"/>
          <p:cNvSpPr txBox="1"/>
          <p:nvPr/>
        </p:nvSpPr>
        <p:spPr>
          <a:xfrm>
            <a:off x="5189220" y="7338060"/>
            <a:ext cx="17190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ここに絵をはる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（ひまわりのかんむりをかぶったヒヨコ）</a:t>
            </a:r>
            <a:endParaRPr lang="en-US" sz="950" dirty="0"/>
          </a:p>
        </p:txBody>
      </p:sp>
      <p:sp>
        <p:nvSpPr>
          <p:cNvPr id="236" name="Text 231"/>
          <p:cNvSpPr txBox="1"/>
          <p:nvPr/>
        </p:nvSpPr>
        <p:spPr>
          <a:xfrm>
            <a:off x="5088636" y="857250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ランク C</a:t>
            </a:r>
            <a:endParaRPr lang="en-US" sz="800" dirty="0"/>
          </a:p>
        </p:txBody>
      </p:sp>
      <p:sp>
        <p:nvSpPr>
          <p:cNvPr id="237" name="Shape 232"/>
          <p:cNvSpPr/>
          <p:nvPr/>
        </p:nvSpPr>
        <p:spPr>
          <a:xfrm>
            <a:off x="5097780" y="8810244"/>
            <a:ext cx="155448" cy="155448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38" name="Text 233"/>
          <p:cNvSpPr txBox="1"/>
          <p:nvPr/>
        </p:nvSpPr>
        <p:spPr>
          <a:xfrm>
            <a:off x="5554980" y="8773668"/>
            <a:ext cx="1097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つつく</a:t>
            </a:r>
            <a:endParaRPr lang="en-US" sz="1200" dirty="0"/>
          </a:p>
        </p:txBody>
      </p:sp>
      <p:sp>
        <p:nvSpPr>
          <p:cNvPr id="239" name="Text 234"/>
          <p:cNvSpPr txBox="1"/>
          <p:nvPr/>
        </p:nvSpPr>
        <p:spPr>
          <a:xfrm>
            <a:off x="6515100" y="877366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1400" dirty="0"/>
          </a:p>
        </p:txBody>
      </p:sp>
      <p:sp>
        <p:nvSpPr>
          <p:cNvPr id="240" name="Text 235"/>
          <p:cNvSpPr txBox="1"/>
          <p:nvPr/>
        </p:nvSpPr>
        <p:spPr>
          <a:xfrm>
            <a:off x="5097780" y="9020556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241" name="Shape 236"/>
          <p:cNvSpPr/>
          <p:nvPr/>
        </p:nvSpPr>
        <p:spPr>
          <a:xfrm>
            <a:off x="5097780" y="9294876"/>
            <a:ext cx="155448" cy="155448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42" name="Shape 237"/>
          <p:cNvSpPr/>
          <p:nvPr/>
        </p:nvSpPr>
        <p:spPr>
          <a:xfrm>
            <a:off x="5280660" y="9294876"/>
            <a:ext cx="155448" cy="155448"/>
          </a:xfrm>
          <a:prstGeom prst="ellipse">
            <a:avLst/>
          </a:prstGeom>
          <a:solidFill>
            <a:srgbClr val="3FA53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43" name="Text 238"/>
          <p:cNvSpPr txBox="1"/>
          <p:nvPr/>
        </p:nvSpPr>
        <p:spPr>
          <a:xfrm>
            <a:off x="5554980" y="9258300"/>
            <a:ext cx="1097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ひかりのたね</a:t>
            </a:r>
            <a:endParaRPr lang="en-US" sz="1200" dirty="0"/>
          </a:p>
        </p:txBody>
      </p:sp>
      <p:sp>
        <p:nvSpPr>
          <p:cNvPr id="244" name="Text 239"/>
          <p:cNvSpPr txBox="1"/>
          <p:nvPr/>
        </p:nvSpPr>
        <p:spPr>
          <a:xfrm>
            <a:off x="6515100" y="92583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</a:t>
            </a:r>
            <a:endParaRPr lang="en-US" sz="1400" dirty="0"/>
          </a:p>
        </p:txBody>
      </p:sp>
      <p:sp>
        <p:nvSpPr>
          <p:cNvPr id="245" name="Text 240"/>
          <p:cNvSpPr txBox="1"/>
          <p:nvPr/>
        </p:nvSpPr>
        <p:spPr>
          <a:xfrm>
            <a:off x="5097780" y="950518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せつめいをかく</a:t>
            </a:r>
            <a:endParaRPr lang="en-US" sz="850" dirty="0"/>
          </a:p>
        </p:txBody>
      </p:sp>
      <p:sp>
        <p:nvSpPr>
          <p:cNvPr id="246" name="Shape 241"/>
          <p:cNvSpPr/>
          <p:nvPr/>
        </p:nvSpPr>
        <p:spPr>
          <a:xfrm>
            <a:off x="5006340" y="9742932"/>
            <a:ext cx="2084832" cy="182880"/>
          </a:xfrm>
          <a:prstGeom prst="rect">
            <a:avLst/>
          </a:prstGeom>
          <a:solidFill>
            <a:srgbClr val="DADDE0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247" name="Text 242"/>
          <p:cNvSpPr txBox="1"/>
          <p:nvPr/>
        </p:nvSpPr>
        <p:spPr>
          <a:xfrm>
            <a:off x="5042916" y="97429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弱点</a:t>
            </a:r>
            <a:endParaRPr lang="en-US" sz="700" dirty="0"/>
          </a:p>
        </p:txBody>
      </p:sp>
      <p:sp>
        <p:nvSpPr>
          <p:cNvPr id="248" name="Shape 243"/>
          <p:cNvSpPr/>
          <p:nvPr/>
        </p:nvSpPr>
        <p:spPr>
          <a:xfrm>
            <a:off x="5317236" y="9765792"/>
            <a:ext cx="137160" cy="137160"/>
          </a:xfrm>
          <a:prstGeom prst="ellipse">
            <a:avLst/>
          </a:prstGeom>
          <a:solidFill>
            <a:srgbClr val="E8452E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49" name="Text 244"/>
          <p:cNvSpPr txBox="1"/>
          <p:nvPr/>
        </p:nvSpPr>
        <p:spPr>
          <a:xfrm>
            <a:off x="5472684" y="97429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×2</a:t>
            </a:r>
            <a:endParaRPr lang="en-US" sz="900" dirty="0"/>
          </a:p>
        </p:txBody>
      </p:sp>
      <p:sp>
        <p:nvSpPr>
          <p:cNvPr id="250" name="Text 245"/>
          <p:cNvSpPr txBox="1"/>
          <p:nvPr/>
        </p:nvSpPr>
        <p:spPr>
          <a:xfrm>
            <a:off x="5719572" y="97429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抵抗力</a:t>
            </a:r>
            <a:endParaRPr lang="en-US" sz="700" dirty="0"/>
          </a:p>
        </p:txBody>
      </p:sp>
      <p:sp>
        <p:nvSpPr>
          <p:cNvPr id="251" name="Text 246"/>
          <p:cNvSpPr txBox="1"/>
          <p:nvPr/>
        </p:nvSpPr>
        <p:spPr>
          <a:xfrm>
            <a:off x="6067044" y="97429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－20</a:t>
            </a:r>
            <a:endParaRPr lang="en-US" sz="800" dirty="0"/>
          </a:p>
        </p:txBody>
      </p:sp>
      <p:sp>
        <p:nvSpPr>
          <p:cNvPr id="252" name="Text 247"/>
          <p:cNvSpPr txBox="1"/>
          <p:nvPr/>
        </p:nvSpPr>
        <p:spPr>
          <a:xfrm>
            <a:off x="6487668" y="97429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にげる</a:t>
            </a:r>
            <a:endParaRPr lang="en-US" sz="700" dirty="0"/>
          </a:p>
        </p:txBody>
      </p:sp>
      <p:sp>
        <p:nvSpPr>
          <p:cNvPr id="253" name="Shape 248"/>
          <p:cNvSpPr/>
          <p:nvPr/>
        </p:nvSpPr>
        <p:spPr>
          <a:xfrm>
            <a:off x="6816852" y="9765792"/>
            <a:ext cx="137160" cy="137160"/>
          </a:xfrm>
          <a:prstGeom prst="ellipse">
            <a:avLst/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オリジナルカード 作成テンプレート（A4・9枚）</dc:title>
  <dc:subject>PptxGenJS Presentation</dc:subject>
  <dc:creator>PptxGenJS</dc:creator>
  <cp:lastModifiedBy>PptxGenJS</cp:lastModifiedBy>
  <cp:revision>1</cp:revision>
  <dcterms:created xsi:type="dcterms:W3CDTF">2026-10-11T01:55:09Z</dcterms:created>
  <dcterms:modified xsi:type="dcterms:W3CDTF">2026-10-11T01:55:09Z</dcterms:modified>
</cp:coreProperties>
</file>