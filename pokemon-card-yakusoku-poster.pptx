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922008" cy="1234440"/>
          </a:xfrm>
          <a:prstGeom prst="roundRect">
            <a:avLst>
              <a:gd name="adj" fmla="val 11111"/>
            </a:avLst>
          </a:prstGeom>
          <a:solidFill>
            <a:srgbClr val="1F3A5F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365760"/>
            <a:ext cx="692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ポケモンカード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49808"/>
            <a:ext cx="6922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みんなの　やくそく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6922008" cy="2034540"/>
          </a:xfrm>
          <a:prstGeom prst="roundRect">
            <a:avLst>
              <a:gd name="adj" fmla="val 6742"/>
            </a:avLst>
          </a:prstGeom>
          <a:solidFill>
            <a:srgbClr val="FDECE8"/>
          </a:solidFill>
          <a:ln w="31750">
            <a:solidFill>
              <a:srgbClr val="E845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251710"/>
            <a:ext cx="1005840" cy="1005840"/>
          </a:xfrm>
          <a:prstGeom prst="ellipse">
            <a:avLst/>
          </a:prstGeom>
          <a:solidFill>
            <a:srgbClr val="E8452E"/>
          </a:solidFill>
          <a:ln w="6350">
            <a:solidFill>
              <a:srgbClr val="E845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5171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2024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カードを　なげない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0175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カードは　たいせつに　あつかおう。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3954780"/>
            <a:ext cx="6922008" cy="2034540"/>
          </a:xfrm>
          <a:prstGeom prst="roundRect">
            <a:avLst>
              <a:gd name="adj" fmla="val 6742"/>
            </a:avLst>
          </a:prstGeom>
          <a:solidFill>
            <a:srgbClr val="FFF4DB"/>
          </a:solidFill>
          <a:ln w="31750">
            <a:solidFill>
              <a:srgbClr val="E59A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4469130"/>
            <a:ext cx="1005840" cy="1005840"/>
          </a:xfrm>
          <a:prstGeom prst="ellipse">
            <a:avLst/>
          </a:prstGeom>
          <a:solidFill>
            <a:srgbClr val="E59A00"/>
          </a:solidFill>
          <a:ln w="6350">
            <a:solidFill>
              <a:srgbClr val="E59A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46913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13766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かっても、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あいてを　からかわない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52349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あいてがいるから　あそべるよ。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6172200"/>
            <a:ext cx="6922008" cy="2034540"/>
          </a:xfrm>
          <a:prstGeom prst="roundRect">
            <a:avLst>
              <a:gd name="adj" fmla="val 6742"/>
            </a:avLst>
          </a:prstGeom>
          <a:solidFill>
            <a:srgbClr val="E9F3FC"/>
          </a:solidFill>
          <a:ln w="31750">
            <a:solidFill>
              <a:srgbClr val="3A8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6686550"/>
            <a:ext cx="1005840" cy="1005840"/>
          </a:xfrm>
          <a:prstGeom prst="ellipse">
            <a:avLst/>
          </a:prstGeom>
          <a:solidFill>
            <a:srgbClr val="3A8FD9"/>
          </a:solidFill>
          <a:ln w="6350">
            <a:solidFill>
              <a:srgbClr val="3A8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668655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635508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ルールで　まよったら、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スタッフに　きく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745236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じぶんたちで　けんかしないで、きいてみよう。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" y="8389620"/>
            <a:ext cx="6922008" cy="2034540"/>
          </a:xfrm>
          <a:prstGeom prst="roundRect">
            <a:avLst>
              <a:gd name="adj" fmla="val 6742"/>
            </a:avLst>
          </a:prstGeom>
          <a:solidFill>
            <a:srgbClr val="EAF6E8"/>
          </a:solidFill>
          <a:ln w="31750">
            <a:solidFill>
              <a:srgbClr val="3FA5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8903970"/>
            <a:ext cx="1005840" cy="1005840"/>
          </a:xfrm>
          <a:prstGeom prst="ellipse">
            <a:avLst/>
          </a:prstGeom>
          <a:solidFill>
            <a:srgbClr val="3FA535"/>
          </a:solidFill>
          <a:ln w="6350">
            <a:solidFill>
              <a:srgbClr val="3FA5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890397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857250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くやしく　なったら、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おやすみ　してOK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96697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おちついたら、また　あそぼうね。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ポケモンカード みんなのやくそく</dc:title>
  <dc:subject>PptxGenJS Presentation</dc:subject>
  <dc:creator>PptxGenJS</dc:creator>
  <cp:lastModifiedBy>PptxGenJS</cp:lastModifiedBy>
  <cp:revision>1</cp:revision>
  <dcterms:created xsi:type="dcterms:W3CDTF">2026-10-10T23:45:05Z</dcterms:created>
  <dcterms:modified xsi:type="dcterms:W3CDTF">2026-10-10T23:45:05Z</dcterms:modified>
</cp:coreProperties>
</file>