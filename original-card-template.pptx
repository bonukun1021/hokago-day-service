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" y="598932"/>
            <a:ext cx="2267712" cy="3163824"/>
          </a:xfrm>
          <a:prstGeom prst="rect">
            <a:avLst/>
          </a:prstGeom>
          <a:solidFill>
            <a:srgbClr val="E8833A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461772" y="681228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4068" y="7269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796796" y="7269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4068" y="1074420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4068" y="1074420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4068" y="221742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44068" y="24460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3956" y="2446020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" y="269290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" y="29580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33956" y="295808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" y="320497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" y="34975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025396" y="34975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47188" y="598932"/>
            <a:ext cx="2267712" cy="3163824"/>
          </a:xfrm>
          <a:prstGeom prst="rect">
            <a:avLst/>
          </a:prstGeom>
          <a:solidFill>
            <a:srgbClr val="3A8FD9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729484" y="681228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3A8F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11780" y="7269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064508" y="7269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811780" y="1074420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3A8F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11780" y="1074420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811780" y="221742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811780" y="24460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01668" y="2446020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811780" y="269290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811780" y="29580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01668" y="295808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811780" y="320497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811780" y="34975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293108" y="34975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No.2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914900" y="598932"/>
            <a:ext cx="2267712" cy="3163824"/>
          </a:xfrm>
          <a:prstGeom prst="rect">
            <a:avLst/>
          </a:prstGeom>
          <a:solidFill>
            <a:srgbClr val="4CAF50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997196" y="681228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79492" y="7269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32220" y="7269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79492" y="1074420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79492" y="1074420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079492" y="221742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5079492" y="24460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469380" y="2446020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079492" y="269290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5079492" y="29580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469380" y="295808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079492" y="320497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079492" y="34975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60820" y="34975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No.3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79476" y="3762756"/>
            <a:ext cx="2267712" cy="3163824"/>
          </a:xfrm>
          <a:prstGeom prst="rect">
            <a:avLst/>
          </a:prstGeom>
          <a:solidFill>
            <a:srgbClr val="E8833A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61772" y="3845052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4068" y="38907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796796" y="3890772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44068" y="4238244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4068" y="4238244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44068" y="53812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544068" y="56098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933956" y="560984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544068" y="585673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544068" y="61219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933956" y="612190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44068" y="63687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44068" y="66614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2025396" y="6661404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647188" y="3762756"/>
            <a:ext cx="2267712" cy="3163824"/>
          </a:xfrm>
          <a:prstGeom prst="rect">
            <a:avLst/>
          </a:prstGeom>
          <a:solidFill>
            <a:srgbClr val="3A8FD9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2729484" y="3845052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3A8FD9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11780" y="38907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64508" y="3890772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2811780" y="4238244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3A8FD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811780" y="4238244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2811780" y="53812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2811780" y="56098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201668" y="560984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811780" y="585673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2811780" y="61219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4201668" y="612190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2811780" y="63687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2811780" y="66614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4293108" y="6661404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No.5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914900" y="3762756"/>
            <a:ext cx="2267712" cy="3163824"/>
          </a:xfrm>
          <a:prstGeom prst="rect">
            <a:avLst/>
          </a:prstGeom>
          <a:solidFill>
            <a:srgbClr val="4CAF50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4997196" y="3845052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079492" y="38907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6332220" y="3890772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079492" y="4238244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079492" y="4238244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079492" y="53812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079492" y="56098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469380" y="5609844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079492" y="585673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5079492" y="61219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469380" y="612190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5079492" y="63687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5079492" y="66614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91" name="Text 89"/>
          <p:cNvSpPr txBox="1"/>
          <p:nvPr/>
        </p:nvSpPr>
        <p:spPr>
          <a:xfrm>
            <a:off x="6560820" y="6661404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No.6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379476" y="6926580"/>
            <a:ext cx="2267712" cy="3163824"/>
          </a:xfrm>
          <a:prstGeom prst="rect">
            <a:avLst/>
          </a:prstGeom>
          <a:solidFill>
            <a:srgbClr val="E8833A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461772" y="7008876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44068" y="70545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796796" y="7054596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544068" y="7402068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44068" y="7402068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544068" y="8545068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99" name="Text 97"/>
          <p:cNvSpPr txBox="1"/>
          <p:nvPr/>
        </p:nvSpPr>
        <p:spPr>
          <a:xfrm>
            <a:off x="544068" y="87736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933956" y="877366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544068" y="902055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544068" y="92857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933956" y="9285732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44068" y="953262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544068" y="98252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106" name="Text 104"/>
          <p:cNvSpPr txBox="1"/>
          <p:nvPr/>
        </p:nvSpPr>
        <p:spPr>
          <a:xfrm>
            <a:off x="2025396" y="9825228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No.7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2647188" y="6926580"/>
            <a:ext cx="2267712" cy="3163824"/>
          </a:xfrm>
          <a:prstGeom prst="rect">
            <a:avLst/>
          </a:prstGeom>
          <a:solidFill>
            <a:srgbClr val="3A8FD9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2729484" y="7008876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3A8FD9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811780" y="70545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4064508" y="7054596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2811780" y="7402068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3A8FD9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2811780" y="7402068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2811780" y="8545068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2811780" y="87736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4201668" y="877366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16" name="Text 114"/>
          <p:cNvSpPr txBox="1"/>
          <p:nvPr/>
        </p:nvSpPr>
        <p:spPr>
          <a:xfrm>
            <a:off x="2811780" y="902055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2811780" y="92857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4201668" y="9285732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19" name="Text 117"/>
          <p:cNvSpPr txBox="1"/>
          <p:nvPr/>
        </p:nvSpPr>
        <p:spPr>
          <a:xfrm>
            <a:off x="2811780" y="953262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2811780" y="98252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4293108" y="9825228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No.8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4914900" y="6926580"/>
            <a:ext cx="2267712" cy="3163824"/>
          </a:xfrm>
          <a:prstGeom prst="rect">
            <a:avLst/>
          </a:prstGeom>
          <a:solidFill>
            <a:srgbClr val="4CAF50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>
            <a:off x="4997196" y="7008876"/>
            <a:ext cx="2103120" cy="2999232"/>
          </a:xfrm>
          <a:prstGeom prst="rect">
            <a:avLst/>
          </a:prstGeom>
          <a:solidFill>
            <a:srgbClr val="FFFBEA"/>
          </a:solidFill>
          <a:ln w="9525">
            <a:solidFill>
              <a:srgbClr val="4CAF5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079492" y="70545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400" dirty="0"/>
          </a:p>
        </p:txBody>
      </p:sp>
      <p:sp>
        <p:nvSpPr>
          <p:cNvPr id="125" name="Text 123"/>
          <p:cNvSpPr txBox="1"/>
          <p:nvPr/>
        </p:nvSpPr>
        <p:spPr>
          <a:xfrm>
            <a:off x="6332220" y="7054596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5079492" y="7402068"/>
            <a:ext cx="1938528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5079492" y="7402068"/>
            <a:ext cx="193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28" name="Text 126"/>
          <p:cNvSpPr txBox="1"/>
          <p:nvPr/>
        </p:nvSpPr>
        <p:spPr>
          <a:xfrm>
            <a:off x="5079492" y="8545068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タイプ：○○　　たかさ：○m</a:t>
            </a:r>
            <a:endParaRPr lang="en-US" sz="800" dirty="0"/>
          </a:p>
        </p:txBody>
      </p:sp>
      <p:sp>
        <p:nvSpPr>
          <p:cNvPr id="129" name="Text 127"/>
          <p:cNvSpPr txBox="1"/>
          <p:nvPr/>
        </p:nvSpPr>
        <p:spPr>
          <a:xfrm>
            <a:off x="5079492" y="87736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469380" y="877366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31" name="Text 129"/>
          <p:cNvSpPr txBox="1"/>
          <p:nvPr/>
        </p:nvSpPr>
        <p:spPr>
          <a:xfrm>
            <a:off x="5079492" y="902055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32" name="Text 130"/>
          <p:cNvSpPr txBox="1"/>
          <p:nvPr/>
        </p:nvSpPr>
        <p:spPr>
          <a:xfrm>
            <a:off x="5079492" y="92857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469380" y="9285732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5079492" y="953262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900" dirty="0"/>
          </a:p>
        </p:txBody>
      </p:sp>
      <p:sp>
        <p:nvSpPr>
          <p:cNvPr id="135" name="Text 133"/>
          <p:cNvSpPr txBox="1"/>
          <p:nvPr/>
        </p:nvSpPr>
        <p:spPr>
          <a:xfrm>
            <a:off x="5079492" y="98252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よわてん：○　　にげる：○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6560820" y="9825228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オリジナルカード テンプレート（A4・9枚）</dc:title>
  <dc:subject>PptxGenJS Presentation</dc:subject>
  <dc:creator>PptxGenJS</dc:creator>
  <cp:lastModifiedBy>PptxGenJS</cp:lastModifiedBy>
  <cp:revision>1</cp:revision>
  <dcterms:created xsi:type="dcterms:W3CDTF">2026-10-10T03:19:05Z</dcterms:created>
  <dcterms:modified xsi:type="dcterms:W3CDTF">2026-10-10T03:19:05Z</dcterms:modified>
</cp:coreProperties>
</file>