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9476" y="598932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406908" y="626364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0916" y="690372"/>
            <a:ext cx="2084832" cy="2980944"/>
          </a:xfrm>
          <a:prstGeom prst="rect">
            <a:avLst/>
          </a:prstGeom>
          <a:solidFill>
            <a:srgbClr val="F6B58A"/>
          </a:solidFill>
          <a:ln w="6350">
            <a:solidFill>
              <a:srgbClr val="F6B58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0916" y="690372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0916" y="69037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909828" y="7086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751076" y="7086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45436" y="754380"/>
            <a:ext cx="173736" cy="173736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3212" y="1010412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3212" y="1010412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2356" y="2464308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19556" y="24277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79676" y="24277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2356" y="267462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2356" y="2948940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5236" y="2948940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9556" y="291236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979676" y="29123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" y="3159252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70916" y="3415284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7492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81812" y="3438144"/>
            <a:ext cx="137160" cy="137160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7260" y="34152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84148" y="34152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1531620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952244" y="341528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2281428" y="3438144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47188" y="598932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2674620" y="626364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38628" y="690372"/>
            <a:ext cx="2084832" cy="2980944"/>
          </a:xfrm>
          <a:prstGeom prst="rect">
            <a:avLst/>
          </a:prstGeom>
          <a:solidFill>
            <a:srgbClr val="A9D6F5"/>
          </a:solidFill>
          <a:ln w="6350">
            <a:solidFill>
              <a:srgbClr val="A9D6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38628" y="690372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738628" y="69037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3177540" y="7086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4018788" y="7086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613148" y="754380"/>
            <a:ext cx="173736" cy="173736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20924" y="1010412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820924" y="1010412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830068" y="2464308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287268" y="24277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247388" y="24277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830068" y="267462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830068" y="2948940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12948" y="2948940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87268" y="291236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247388" y="29123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2830068" y="3159252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38628" y="3415284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775204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3049524" y="3438144"/>
            <a:ext cx="137160" cy="137160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204972" y="34152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3451860" y="34152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3799332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4219956" y="341528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4549140" y="3438144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14900" y="598932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4942332" y="626364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06340" y="690372"/>
            <a:ext cx="2084832" cy="2980944"/>
          </a:xfrm>
          <a:prstGeom prst="rect">
            <a:avLst/>
          </a:prstGeom>
          <a:solidFill>
            <a:srgbClr val="BFE35A"/>
          </a:solidFill>
          <a:ln w="6350">
            <a:solidFill>
              <a:srgbClr val="BFE35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006340" y="690372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06340" y="69037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5445252" y="7086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6286500" y="7086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6880860" y="754380"/>
            <a:ext cx="173736" cy="173736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088636" y="1010412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8636" y="1010412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097780" y="2464308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554980" y="24277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6515100" y="24277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5097780" y="267462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097780" y="2948940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80660" y="2948940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554980" y="291236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15100" y="291236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5097780" y="3159252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5006340" y="3415284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042916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5317236" y="3438144"/>
            <a:ext cx="137160" cy="137160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472684" y="34152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5719572" y="34152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80" name="Text 78"/>
          <p:cNvSpPr txBox="1"/>
          <p:nvPr/>
        </p:nvSpPr>
        <p:spPr>
          <a:xfrm>
            <a:off x="6067044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81" name="Text 79"/>
          <p:cNvSpPr txBox="1"/>
          <p:nvPr/>
        </p:nvSpPr>
        <p:spPr>
          <a:xfrm>
            <a:off x="6487668" y="341528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16852" y="3438144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79476" y="3762756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>
            <a:off x="406908" y="3790188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70916" y="3854196"/>
            <a:ext cx="2084832" cy="2980944"/>
          </a:xfrm>
          <a:prstGeom prst="rect">
            <a:avLst/>
          </a:prstGeom>
          <a:solidFill>
            <a:srgbClr val="F6B58A"/>
          </a:solidFill>
          <a:ln w="6350">
            <a:solidFill>
              <a:srgbClr val="F6B58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70916" y="3854196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70916" y="385419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909828" y="38724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89" name="Text 87"/>
          <p:cNvSpPr txBox="1"/>
          <p:nvPr/>
        </p:nvSpPr>
        <p:spPr>
          <a:xfrm>
            <a:off x="1751076" y="38724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2345436" y="3918204"/>
            <a:ext cx="173736" cy="173736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53212" y="4174236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553212" y="4174236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562356" y="5628132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1019556" y="55915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979676" y="559155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62356" y="583844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62356" y="6112764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5236" y="6112764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1019556" y="60761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979676" y="60761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562356" y="632307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470916" y="6579108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507492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781812" y="6601968"/>
            <a:ext cx="137160" cy="137160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937260" y="65791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06" name="Text 104"/>
          <p:cNvSpPr txBox="1"/>
          <p:nvPr/>
        </p:nvSpPr>
        <p:spPr>
          <a:xfrm>
            <a:off x="1184148" y="65791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07" name="Text 105"/>
          <p:cNvSpPr txBox="1"/>
          <p:nvPr/>
        </p:nvSpPr>
        <p:spPr>
          <a:xfrm>
            <a:off x="1531620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08" name="Text 106"/>
          <p:cNvSpPr txBox="1"/>
          <p:nvPr/>
        </p:nvSpPr>
        <p:spPr>
          <a:xfrm>
            <a:off x="1952244" y="65791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2281428" y="6601968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647188" y="3762756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2674620" y="3790188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738628" y="3854196"/>
            <a:ext cx="2084832" cy="2980944"/>
          </a:xfrm>
          <a:prstGeom prst="rect">
            <a:avLst/>
          </a:prstGeom>
          <a:solidFill>
            <a:srgbClr val="A9D6F5"/>
          </a:solidFill>
          <a:ln w="6350">
            <a:solidFill>
              <a:srgbClr val="A9D6F5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738628" y="3854196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2738628" y="385419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3177540" y="38724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116" name="Text 114"/>
          <p:cNvSpPr txBox="1"/>
          <p:nvPr/>
        </p:nvSpPr>
        <p:spPr>
          <a:xfrm>
            <a:off x="4018788" y="38724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4613148" y="3918204"/>
            <a:ext cx="173736" cy="173736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820924" y="4174236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2820924" y="4174236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2830068" y="5628132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3287268" y="55915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4247388" y="559155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23" name="Text 121"/>
          <p:cNvSpPr txBox="1"/>
          <p:nvPr/>
        </p:nvSpPr>
        <p:spPr>
          <a:xfrm>
            <a:off x="2830068" y="583844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24" name="Shape 122"/>
          <p:cNvSpPr/>
          <p:nvPr/>
        </p:nvSpPr>
        <p:spPr>
          <a:xfrm>
            <a:off x="2830068" y="6112764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012948" y="6112764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3287268" y="60761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4247388" y="60761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128" name="Text 126"/>
          <p:cNvSpPr txBox="1"/>
          <p:nvPr/>
        </p:nvSpPr>
        <p:spPr>
          <a:xfrm>
            <a:off x="2830068" y="632307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2738628" y="6579108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2775204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3049524" y="6601968"/>
            <a:ext cx="137160" cy="137160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3204972" y="65791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33" name="Text 131"/>
          <p:cNvSpPr txBox="1"/>
          <p:nvPr/>
        </p:nvSpPr>
        <p:spPr>
          <a:xfrm>
            <a:off x="3451860" y="65791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34" name="Text 132"/>
          <p:cNvSpPr txBox="1"/>
          <p:nvPr/>
        </p:nvSpPr>
        <p:spPr>
          <a:xfrm>
            <a:off x="3799332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35" name="Text 133"/>
          <p:cNvSpPr txBox="1"/>
          <p:nvPr/>
        </p:nvSpPr>
        <p:spPr>
          <a:xfrm>
            <a:off x="4219956" y="65791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36" name="Shape 134"/>
          <p:cNvSpPr/>
          <p:nvPr/>
        </p:nvSpPr>
        <p:spPr>
          <a:xfrm>
            <a:off x="4549140" y="6601968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4914900" y="3762756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38" name="Shape 136"/>
          <p:cNvSpPr/>
          <p:nvPr/>
        </p:nvSpPr>
        <p:spPr>
          <a:xfrm>
            <a:off x="4942332" y="3790188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006340" y="3854196"/>
            <a:ext cx="2084832" cy="2980944"/>
          </a:xfrm>
          <a:prstGeom prst="rect">
            <a:avLst/>
          </a:prstGeom>
          <a:solidFill>
            <a:srgbClr val="BFE35A"/>
          </a:solidFill>
          <a:ln w="6350">
            <a:solidFill>
              <a:srgbClr val="BFE35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006340" y="3854196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5006340" y="385419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42" name="Text 140"/>
          <p:cNvSpPr txBox="1"/>
          <p:nvPr/>
        </p:nvSpPr>
        <p:spPr>
          <a:xfrm>
            <a:off x="5445252" y="38724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143" name="Text 141"/>
          <p:cNvSpPr txBox="1"/>
          <p:nvPr/>
        </p:nvSpPr>
        <p:spPr>
          <a:xfrm>
            <a:off x="6286500" y="38724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144" name="Shape 142"/>
          <p:cNvSpPr/>
          <p:nvPr/>
        </p:nvSpPr>
        <p:spPr>
          <a:xfrm>
            <a:off x="6880860" y="3918204"/>
            <a:ext cx="173736" cy="173736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5088636" y="4174236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5088636" y="4174236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147" name="Shape 145"/>
          <p:cNvSpPr/>
          <p:nvPr/>
        </p:nvSpPr>
        <p:spPr>
          <a:xfrm>
            <a:off x="5097780" y="5628132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48" name="Text 146"/>
          <p:cNvSpPr txBox="1"/>
          <p:nvPr/>
        </p:nvSpPr>
        <p:spPr>
          <a:xfrm>
            <a:off x="5554980" y="55915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6515100" y="559155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50" name="Text 148"/>
          <p:cNvSpPr txBox="1"/>
          <p:nvPr/>
        </p:nvSpPr>
        <p:spPr>
          <a:xfrm>
            <a:off x="5097780" y="583844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51" name="Shape 149"/>
          <p:cNvSpPr/>
          <p:nvPr/>
        </p:nvSpPr>
        <p:spPr>
          <a:xfrm>
            <a:off x="5097780" y="6112764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280660" y="6112764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5554980" y="60761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6515100" y="60761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155" name="Text 153"/>
          <p:cNvSpPr txBox="1"/>
          <p:nvPr/>
        </p:nvSpPr>
        <p:spPr>
          <a:xfrm>
            <a:off x="5097780" y="632307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56" name="Shape 154"/>
          <p:cNvSpPr/>
          <p:nvPr/>
        </p:nvSpPr>
        <p:spPr>
          <a:xfrm>
            <a:off x="5006340" y="6579108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5042916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5317236" y="6601968"/>
            <a:ext cx="137160" cy="137160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472684" y="65791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60" name="Text 158"/>
          <p:cNvSpPr txBox="1"/>
          <p:nvPr/>
        </p:nvSpPr>
        <p:spPr>
          <a:xfrm>
            <a:off x="5719572" y="65791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61" name="Text 159"/>
          <p:cNvSpPr txBox="1"/>
          <p:nvPr/>
        </p:nvSpPr>
        <p:spPr>
          <a:xfrm>
            <a:off x="6067044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62" name="Text 160"/>
          <p:cNvSpPr txBox="1"/>
          <p:nvPr/>
        </p:nvSpPr>
        <p:spPr>
          <a:xfrm>
            <a:off x="6487668" y="65791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6816852" y="6601968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379476" y="6926580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65" name="Shape 163"/>
          <p:cNvSpPr/>
          <p:nvPr/>
        </p:nvSpPr>
        <p:spPr>
          <a:xfrm>
            <a:off x="406908" y="6954012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470916" y="7018020"/>
            <a:ext cx="2084832" cy="2980944"/>
          </a:xfrm>
          <a:prstGeom prst="rect">
            <a:avLst/>
          </a:prstGeom>
          <a:solidFill>
            <a:srgbClr val="F6B58A"/>
          </a:solidFill>
          <a:ln w="6350">
            <a:solidFill>
              <a:srgbClr val="F6B58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470916" y="7018020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470916" y="701802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69" name="Text 167"/>
          <p:cNvSpPr txBox="1"/>
          <p:nvPr/>
        </p:nvSpPr>
        <p:spPr>
          <a:xfrm>
            <a:off x="909828" y="70363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170" name="Text 168"/>
          <p:cNvSpPr txBox="1"/>
          <p:nvPr/>
        </p:nvSpPr>
        <p:spPr>
          <a:xfrm>
            <a:off x="1751076" y="70363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171" name="Shape 169"/>
          <p:cNvSpPr/>
          <p:nvPr/>
        </p:nvSpPr>
        <p:spPr>
          <a:xfrm>
            <a:off x="2345436" y="7082028"/>
            <a:ext cx="173736" cy="173736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53212" y="7338060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553212" y="7338060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174" name="Shape 172"/>
          <p:cNvSpPr/>
          <p:nvPr/>
        </p:nvSpPr>
        <p:spPr>
          <a:xfrm>
            <a:off x="562356" y="8791956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1019556" y="87553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1979676" y="87553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562356" y="900226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562356" y="9276588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5236" y="9276588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1019556" y="92400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1979676" y="92400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182" name="Text 180"/>
          <p:cNvSpPr txBox="1"/>
          <p:nvPr/>
        </p:nvSpPr>
        <p:spPr>
          <a:xfrm>
            <a:off x="562356" y="948690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470916" y="9742932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84" name="Text 182"/>
          <p:cNvSpPr txBox="1"/>
          <p:nvPr/>
        </p:nvSpPr>
        <p:spPr>
          <a:xfrm>
            <a:off x="507492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85" name="Shape 183"/>
          <p:cNvSpPr/>
          <p:nvPr/>
        </p:nvSpPr>
        <p:spPr>
          <a:xfrm>
            <a:off x="781812" y="9765792"/>
            <a:ext cx="137160" cy="137160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937260" y="97429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87" name="Text 185"/>
          <p:cNvSpPr txBox="1"/>
          <p:nvPr/>
        </p:nvSpPr>
        <p:spPr>
          <a:xfrm>
            <a:off x="1184148" y="97429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88" name="Text 186"/>
          <p:cNvSpPr txBox="1"/>
          <p:nvPr/>
        </p:nvSpPr>
        <p:spPr>
          <a:xfrm>
            <a:off x="1531620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1952244" y="97429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90" name="Shape 188"/>
          <p:cNvSpPr/>
          <p:nvPr/>
        </p:nvSpPr>
        <p:spPr>
          <a:xfrm>
            <a:off x="2281428" y="9765792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647188" y="6926580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>
            <a:off x="2674620" y="6954012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738628" y="7018020"/>
            <a:ext cx="2084832" cy="2980944"/>
          </a:xfrm>
          <a:prstGeom prst="rect">
            <a:avLst/>
          </a:prstGeom>
          <a:solidFill>
            <a:srgbClr val="A9D6F5"/>
          </a:solidFill>
          <a:ln w="6350">
            <a:solidFill>
              <a:srgbClr val="A9D6F5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738628" y="7018020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95" name="Text 193"/>
          <p:cNvSpPr txBox="1"/>
          <p:nvPr/>
        </p:nvSpPr>
        <p:spPr>
          <a:xfrm>
            <a:off x="2738628" y="701802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96" name="Text 194"/>
          <p:cNvSpPr txBox="1"/>
          <p:nvPr/>
        </p:nvSpPr>
        <p:spPr>
          <a:xfrm>
            <a:off x="3177540" y="70363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197" name="Text 195"/>
          <p:cNvSpPr txBox="1"/>
          <p:nvPr/>
        </p:nvSpPr>
        <p:spPr>
          <a:xfrm>
            <a:off x="4018788" y="70363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198" name="Shape 196"/>
          <p:cNvSpPr/>
          <p:nvPr/>
        </p:nvSpPr>
        <p:spPr>
          <a:xfrm>
            <a:off x="4613148" y="7082028"/>
            <a:ext cx="173736" cy="173736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820924" y="7338060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200" name="Text 198"/>
          <p:cNvSpPr txBox="1"/>
          <p:nvPr/>
        </p:nvSpPr>
        <p:spPr>
          <a:xfrm>
            <a:off x="2820924" y="7338060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201" name="Shape 199"/>
          <p:cNvSpPr/>
          <p:nvPr/>
        </p:nvSpPr>
        <p:spPr>
          <a:xfrm>
            <a:off x="2830068" y="8791956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02" name="Text 200"/>
          <p:cNvSpPr txBox="1"/>
          <p:nvPr/>
        </p:nvSpPr>
        <p:spPr>
          <a:xfrm>
            <a:off x="3287268" y="87553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203" name="Text 201"/>
          <p:cNvSpPr txBox="1"/>
          <p:nvPr/>
        </p:nvSpPr>
        <p:spPr>
          <a:xfrm>
            <a:off x="4247388" y="87553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204" name="Text 202"/>
          <p:cNvSpPr txBox="1"/>
          <p:nvPr/>
        </p:nvSpPr>
        <p:spPr>
          <a:xfrm>
            <a:off x="2830068" y="900226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05" name="Shape 203"/>
          <p:cNvSpPr/>
          <p:nvPr/>
        </p:nvSpPr>
        <p:spPr>
          <a:xfrm>
            <a:off x="2830068" y="9276588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3012948" y="9276588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07" name="Text 205"/>
          <p:cNvSpPr txBox="1"/>
          <p:nvPr/>
        </p:nvSpPr>
        <p:spPr>
          <a:xfrm>
            <a:off x="3287268" y="92400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208" name="Text 206"/>
          <p:cNvSpPr txBox="1"/>
          <p:nvPr/>
        </p:nvSpPr>
        <p:spPr>
          <a:xfrm>
            <a:off x="4247388" y="92400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209" name="Text 207"/>
          <p:cNvSpPr txBox="1"/>
          <p:nvPr/>
        </p:nvSpPr>
        <p:spPr>
          <a:xfrm>
            <a:off x="2830068" y="948690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2738628" y="9742932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211" name="Text 209"/>
          <p:cNvSpPr txBox="1"/>
          <p:nvPr/>
        </p:nvSpPr>
        <p:spPr>
          <a:xfrm>
            <a:off x="2775204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212" name="Shape 210"/>
          <p:cNvSpPr/>
          <p:nvPr/>
        </p:nvSpPr>
        <p:spPr>
          <a:xfrm>
            <a:off x="3049524" y="9765792"/>
            <a:ext cx="137160" cy="137160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13" name="Text 211"/>
          <p:cNvSpPr txBox="1"/>
          <p:nvPr/>
        </p:nvSpPr>
        <p:spPr>
          <a:xfrm>
            <a:off x="3204972" y="97429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214" name="Text 212"/>
          <p:cNvSpPr txBox="1"/>
          <p:nvPr/>
        </p:nvSpPr>
        <p:spPr>
          <a:xfrm>
            <a:off x="3451860" y="97429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215" name="Text 213"/>
          <p:cNvSpPr txBox="1"/>
          <p:nvPr/>
        </p:nvSpPr>
        <p:spPr>
          <a:xfrm>
            <a:off x="3799332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216" name="Text 214"/>
          <p:cNvSpPr txBox="1"/>
          <p:nvPr/>
        </p:nvSpPr>
        <p:spPr>
          <a:xfrm>
            <a:off x="4219956" y="97429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4549140" y="9765792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4914900" y="6926580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219" name="Shape 217"/>
          <p:cNvSpPr/>
          <p:nvPr/>
        </p:nvSpPr>
        <p:spPr>
          <a:xfrm>
            <a:off x="4942332" y="6954012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006340" y="7018020"/>
            <a:ext cx="2084832" cy="2980944"/>
          </a:xfrm>
          <a:prstGeom prst="rect">
            <a:avLst/>
          </a:prstGeom>
          <a:solidFill>
            <a:srgbClr val="BFE35A"/>
          </a:solidFill>
          <a:ln w="6350">
            <a:solidFill>
              <a:srgbClr val="BFE35A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5006340" y="7018020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5006340" y="701802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223" name="Text 221"/>
          <p:cNvSpPr txBox="1"/>
          <p:nvPr/>
        </p:nvSpPr>
        <p:spPr>
          <a:xfrm>
            <a:off x="5445252" y="70363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224" name="Text 222"/>
          <p:cNvSpPr txBox="1"/>
          <p:nvPr/>
        </p:nvSpPr>
        <p:spPr>
          <a:xfrm>
            <a:off x="6286500" y="70363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225" name="Shape 223"/>
          <p:cNvSpPr/>
          <p:nvPr/>
        </p:nvSpPr>
        <p:spPr>
          <a:xfrm>
            <a:off x="6880860" y="7082028"/>
            <a:ext cx="173736" cy="173736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5088636" y="7338060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227" name="Text 225"/>
          <p:cNvSpPr txBox="1"/>
          <p:nvPr/>
        </p:nvSpPr>
        <p:spPr>
          <a:xfrm>
            <a:off x="5088636" y="7338060"/>
            <a:ext cx="1920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1000" dirty="0"/>
          </a:p>
        </p:txBody>
      </p:sp>
      <p:sp>
        <p:nvSpPr>
          <p:cNvPr id="228" name="Shape 226"/>
          <p:cNvSpPr/>
          <p:nvPr/>
        </p:nvSpPr>
        <p:spPr>
          <a:xfrm>
            <a:off x="5097780" y="8791956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29" name="Text 227"/>
          <p:cNvSpPr txBox="1"/>
          <p:nvPr/>
        </p:nvSpPr>
        <p:spPr>
          <a:xfrm>
            <a:off x="5554980" y="87553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230" name="Text 228"/>
          <p:cNvSpPr txBox="1"/>
          <p:nvPr/>
        </p:nvSpPr>
        <p:spPr>
          <a:xfrm>
            <a:off x="6515100" y="87553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231" name="Text 229"/>
          <p:cNvSpPr txBox="1"/>
          <p:nvPr/>
        </p:nvSpPr>
        <p:spPr>
          <a:xfrm>
            <a:off x="5097780" y="900226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5097780" y="9276588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5280660" y="9276588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34" name="Text 232"/>
          <p:cNvSpPr txBox="1"/>
          <p:nvPr/>
        </p:nvSpPr>
        <p:spPr>
          <a:xfrm>
            <a:off x="5554980" y="92400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235" name="Text 233"/>
          <p:cNvSpPr txBox="1"/>
          <p:nvPr/>
        </p:nvSpPr>
        <p:spPr>
          <a:xfrm>
            <a:off x="6515100" y="92400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236" name="Text 234"/>
          <p:cNvSpPr txBox="1"/>
          <p:nvPr/>
        </p:nvSpPr>
        <p:spPr>
          <a:xfrm>
            <a:off x="5097780" y="948690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5006340" y="9742932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5042916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239" name="Shape 237"/>
          <p:cNvSpPr/>
          <p:nvPr/>
        </p:nvSpPr>
        <p:spPr>
          <a:xfrm>
            <a:off x="5317236" y="9765792"/>
            <a:ext cx="137160" cy="137160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40" name="Text 238"/>
          <p:cNvSpPr txBox="1"/>
          <p:nvPr/>
        </p:nvSpPr>
        <p:spPr>
          <a:xfrm>
            <a:off x="5472684" y="97429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241" name="Text 239"/>
          <p:cNvSpPr txBox="1"/>
          <p:nvPr/>
        </p:nvSpPr>
        <p:spPr>
          <a:xfrm>
            <a:off x="5719572" y="97429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242" name="Text 240"/>
          <p:cNvSpPr txBox="1"/>
          <p:nvPr/>
        </p:nvSpPr>
        <p:spPr>
          <a:xfrm>
            <a:off x="6067044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243" name="Text 241"/>
          <p:cNvSpPr txBox="1"/>
          <p:nvPr/>
        </p:nvSpPr>
        <p:spPr>
          <a:xfrm>
            <a:off x="6487668" y="97429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244" name="Shape 242"/>
          <p:cNvSpPr/>
          <p:nvPr/>
        </p:nvSpPr>
        <p:spPr>
          <a:xfrm>
            <a:off x="6816852" y="9765792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オリジナルカード テンプレート（A4・9枚）</dc:title>
  <dc:subject>PptxGenJS Presentation</dc:subject>
  <dc:creator>PptxGenJS</dc:creator>
  <cp:lastModifiedBy>PptxGenJS</cp:lastModifiedBy>
  <cp:revision>1</cp:revision>
  <dcterms:created xsi:type="dcterms:W3CDTF">2026-10-10T03:34:20Z</dcterms:created>
  <dcterms:modified xsi:type="dcterms:W3CDTF">2026-10-10T03:34:20Z</dcterms:modified>
</cp:coreProperties>
</file>