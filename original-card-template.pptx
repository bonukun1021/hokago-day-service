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06908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" y="690372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09828" y="7086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51076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45436" y="754380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" y="1010412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" y="101041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" y="2116836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" y="211683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62356" y="2372868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9556" y="23362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79676" y="23362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" y="25831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2356" y="284835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" y="284835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9556" y="28117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79676" y="28117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" y="30586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" y="327812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7492" y="32781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81812" y="3300984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7260" y="32781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84148" y="32781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1531620" y="32781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952244" y="327812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1428" y="330098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" y="34975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507492" y="35890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No.1 / 9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1293876" y="34792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647188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674620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38628" y="690372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38628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38628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3177540" y="7086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018788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13148" y="754380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20924" y="1010412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20924" y="101041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93492" y="2116836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793492" y="211683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830068" y="2372868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87268" y="23362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247388" y="23362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830068" y="25831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30068" y="284835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12948" y="284835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87268" y="28117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247388" y="28117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2830068" y="30586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38628" y="327812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775204" y="32781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049524" y="3300984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204972" y="32781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3451860" y="32781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3799332" y="32781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4219956" y="327812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49140" y="330098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75204" y="34975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64" name="Text 62"/>
          <p:cNvSpPr txBox="1"/>
          <p:nvPr/>
        </p:nvSpPr>
        <p:spPr>
          <a:xfrm>
            <a:off x="2775204" y="35890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No.2 / 9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3561588" y="34792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914900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942332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06340" y="690372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06340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006340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5445252" y="7086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72" name="Text 70"/>
          <p:cNvSpPr txBox="1"/>
          <p:nvPr/>
        </p:nvSpPr>
        <p:spPr>
          <a:xfrm>
            <a:off x="6286500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880860" y="754380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88636" y="1010412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088636" y="1010412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061204" y="2116836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061204" y="211683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097780" y="2372868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554980" y="23362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15100" y="23362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5097780" y="25831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097780" y="284835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80660" y="284835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554980" y="28117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15100" y="28117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097780" y="30586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006340" y="327812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042916" y="32781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317236" y="3300984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472684" y="32781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5719572" y="32781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92" name="Text 90"/>
          <p:cNvSpPr txBox="1"/>
          <p:nvPr/>
        </p:nvSpPr>
        <p:spPr>
          <a:xfrm>
            <a:off x="6067044" y="32781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6487668" y="327812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816852" y="330098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42916" y="349758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96" name="Text 94"/>
          <p:cNvSpPr txBox="1"/>
          <p:nvPr/>
        </p:nvSpPr>
        <p:spPr>
          <a:xfrm>
            <a:off x="5042916" y="35890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No.3 / 9</a:t>
            </a:r>
            <a:endParaRPr lang="en-US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5829300" y="34792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379476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406908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0916" y="3854196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0916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70916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03" name="Text 101"/>
          <p:cNvSpPr txBox="1"/>
          <p:nvPr/>
        </p:nvSpPr>
        <p:spPr>
          <a:xfrm>
            <a:off x="909828" y="38724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104" name="Text 102"/>
          <p:cNvSpPr txBox="1"/>
          <p:nvPr/>
        </p:nvSpPr>
        <p:spPr>
          <a:xfrm>
            <a:off x="1751076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2345436" y="3918204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53212" y="4174236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53212" y="4174236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525780" y="5280660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525780" y="528066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562356" y="5536692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019556" y="55001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1979676" y="55001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13" name="Text 111"/>
          <p:cNvSpPr txBox="1"/>
          <p:nvPr/>
        </p:nvSpPr>
        <p:spPr>
          <a:xfrm>
            <a:off x="562356" y="57470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562356" y="6012180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5236" y="6012180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019556" y="59756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1979676" y="59756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118" name="Text 116"/>
          <p:cNvSpPr txBox="1"/>
          <p:nvPr/>
        </p:nvSpPr>
        <p:spPr>
          <a:xfrm>
            <a:off x="562356" y="62224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70916" y="644194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07492" y="6441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781812" y="6464808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937260" y="64419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1184148" y="64419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24" name="Text 122"/>
          <p:cNvSpPr txBox="1"/>
          <p:nvPr/>
        </p:nvSpPr>
        <p:spPr>
          <a:xfrm>
            <a:off x="1531620" y="6441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25" name="Text 123"/>
          <p:cNvSpPr txBox="1"/>
          <p:nvPr/>
        </p:nvSpPr>
        <p:spPr>
          <a:xfrm>
            <a:off x="1952244" y="64419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281428" y="646480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07492" y="666140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128" name="Text 126"/>
          <p:cNvSpPr txBox="1"/>
          <p:nvPr/>
        </p:nvSpPr>
        <p:spPr>
          <a:xfrm>
            <a:off x="507492" y="67528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No.4 / 9</a:t>
            </a:r>
            <a:endParaRPr lang="en-US" sz="700" dirty="0"/>
          </a:p>
        </p:txBody>
      </p:sp>
      <p:sp>
        <p:nvSpPr>
          <p:cNvPr id="129" name="Text 127"/>
          <p:cNvSpPr txBox="1"/>
          <p:nvPr/>
        </p:nvSpPr>
        <p:spPr>
          <a:xfrm>
            <a:off x="1293876" y="66431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2647188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2674620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38628" y="3854196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738628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2738628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3177540" y="38724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136" name="Text 134"/>
          <p:cNvSpPr txBox="1"/>
          <p:nvPr/>
        </p:nvSpPr>
        <p:spPr>
          <a:xfrm>
            <a:off x="4018788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4613148" y="3918204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820924" y="4174236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820924" y="4174236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2793492" y="5280660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2793492" y="528066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2830068" y="5536692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3287268" y="55001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4247388" y="55001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45" name="Text 143"/>
          <p:cNvSpPr txBox="1"/>
          <p:nvPr/>
        </p:nvSpPr>
        <p:spPr>
          <a:xfrm>
            <a:off x="2830068" y="57470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2830068" y="6012180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012948" y="6012180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3287268" y="59756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4247388" y="59756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150" name="Text 148"/>
          <p:cNvSpPr txBox="1"/>
          <p:nvPr/>
        </p:nvSpPr>
        <p:spPr>
          <a:xfrm>
            <a:off x="2830068" y="62224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2738628" y="644194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775204" y="6441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3049524" y="6464808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3204972" y="64419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55" name="Text 153"/>
          <p:cNvSpPr txBox="1"/>
          <p:nvPr/>
        </p:nvSpPr>
        <p:spPr>
          <a:xfrm>
            <a:off x="3451860" y="64419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56" name="Text 154"/>
          <p:cNvSpPr txBox="1"/>
          <p:nvPr/>
        </p:nvSpPr>
        <p:spPr>
          <a:xfrm>
            <a:off x="3799332" y="6441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57" name="Text 155"/>
          <p:cNvSpPr txBox="1"/>
          <p:nvPr/>
        </p:nvSpPr>
        <p:spPr>
          <a:xfrm>
            <a:off x="4219956" y="64419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4549140" y="646480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2775204" y="666140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160" name="Text 158"/>
          <p:cNvSpPr txBox="1"/>
          <p:nvPr/>
        </p:nvSpPr>
        <p:spPr>
          <a:xfrm>
            <a:off x="2775204" y="67528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No.5 / 9</a:t>
            </a:r>
            <a:endParaRPr lang="en-US" sz="700" dirty="0"/>
          </a:p>
        </p:txBody>
      </p:sp>
      <p:sp>
        <p:nvSpPr>
          <p:cNvPr id="161" name="Text 159"/>
          <p:cNvSpPr txBox="1"/>
          <p:nvPr/>
        </p:nvSpPr>
        <p:spPr>
          <a:xfrm>
            <a:off x="3561588" y="66431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4914900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63" name="Shape 161"/>
          <p:cNvSpPr/>
          <p:nvPr/>
        </p:nvSpPr>
        <p:spPr>
          <a:xfrm>
            <a:off x="4942332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006340" y="3854196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006340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5006340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67" name="Text 165"/>
          <p:cNvSpPr txBox="1"/>
          <p:nvPr/>
        </p:nvSpPr>
        <p:spPr>
          <a:xfrm>
            <a:off x="5445252" y="38724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168" name="Text 166"/>
          <p:cNvSpPr txBox="1"/>
          <p:nvPr/>
        </p:nvSpPr>
        <p:spPr>
          <a:xfrm>
            <a:off x="6286500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169" name="Shape 167"/>
          <p:cNvSpPr/>
          <p:nvPr/>
        </p:nvSpPr>
        <p:spPr>
          <a:xfrm>
            <a:off x="6880860" y="3918204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088636" y="4174236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5088636" y="4174236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5061204" y="5280660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5061204" y="528066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5097780" y="5536692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5554980" y="55001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6515100" y="55001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77" name="Text 175"/>
          <p:cNvSpPr txBox="1"/>
          <p:nvPr/>
        </p:nvSpPr>
        <p:spPr>
          <a:xfrm>
            <a:off x="5097780" y="57470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5097780" y="6012180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280660" y="6012180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5554980" y="59756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81" name="Text 179"/>
          <p:cNvSpPr txBox="1"/>
          <p:nvPr/>
        </p:nvSpPr>
        <p:spPr>
          <a:xfrm>
            <a:off x="6515100" y="59756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182" name="Text 180"/>
          <p:cNvSpPr txBox="1"/>
          <p:nvPr/>
        </p:nvSpPr>
        <p:spPr>
          <a:xfrm>
            <a:off x="5097780" y="62224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5006340" y="644194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5042916" y="6441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5317236" y="6464808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5472684" y="64419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87" name="Text 185"/>
          <p:cNvSpPr txBox="1"/>
          <p:nvPr/>
        </p:nvSpPr>
        <p:spPr>
          <a:xfrm>
            <a:off x="5719572" y="64419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88" name="Text 186"/>
          <p:cNvSpPr txBox="1"/>
          <p:nvPr/>
        </p:nvSpPr>
        <p:spPr>
          <a:xfrm>
            <a:off x="6067044" y="64419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6487668" y="64419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6816852" y="646480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5042916" y="666140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192" name="Text 190"/>
          <p:cNvSpPr txBox="1"/>
          <p:nvPr/>
        </p:nvSpPr>
        <p:spPr>
          <a:xfrm>
            <a:off x="5042916" y="67528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No.6 / 9</a:t>
            </a:r>
            <a:endParaRPr lang="en-US" sz="700" dirty="0"/>
          </a:p>
        </p:txBody>
      </p:sp>
      <p:sp>
        <p:nvSpPr>
          <p:cNvPr id="193" name="Text 191"/>
          <p:cNvSpPr txBox="1"/>
          <p:nvPr/>
        </p:nvSpPr>
        <p:spPr>
          <a:xfrm>
            <a:off x="5829300" y="66431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379476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>
            <a:off x="406908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70916" y="7018020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70916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470916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99" name="Text 197"/>
          <p:cNvSpPr txBox="1"/>
          <p:nvPr/>
        </p:nvSpPr>
        <p:spPr>
          <a:xfrm>
            <a:off x="909828" y="70363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200" name="Text 198"/>
          <p:cNvSpPr txBox="1"/>
          <p:nvPr/>
        </p:nvSpPr>
        <p:spPr>
          <a:xfrm>
            <a:off x="1751076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201" name="Shape 199"/>
          <p:cNvSpPr/>
          <p:nvPr/>
        </p:nvSpPr>
        <p:spPr>
          <a:xfrm>
            <a:off x="2345436" y="7082028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53212" y="7338060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553212" y="73380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525780" y="8444484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525780" y="844448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562356" y="870051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1019556" y="86639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208" name="Text 206"/>
          <p:cNvSpPr txBox="1"/>
          <p:nvPr/>
        </p:nvSpPr>
        <p:spPr>
          <a:xfrm>
            <a:off x="1979676" y="86639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209" name="Text 207"/>
          <p:cNvSpPr txBox="1"/>
          <p:nvPr/>
        </p:nvSpPr>
        <p:spPr>
          <a:xfrm>
            <a:off x="562356" y="89108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562356" y="9176004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5236" y="9176004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1019556" y="91394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13" name="Text 211"/>
          <p:cNvSpPr txBox="1"/>
          <p:nvPr/>
        </p:nvSpPr>
        <p:spPr>
          <a:xfrm>
            <a:off x="1979676" y="91394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214" name="Text 212"/>
          <p:cNvSpPr txBox="1"/>
          <p:nvPr/>
        </p:nvSpPr>
        <p:spPr>
          <a:xfrm>
            <a:off x="562356" y="938631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15" name="Shape 213"/>
          <p:cNvSpPr/>
          <p:nvPr/>
        </p:nvSpPr>
        <p:spPr>
          <a:xfrm>
            <a:off x="470916" y="960577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507492" y="96057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781812" y="9628632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937260" y="96057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19" name="Text 217"/>
          <p:cNvSpPr txBox="1"/>
          <p:nvPr/>
        </p:nvSpPr>
        <p:spPr>
          <a:xfrm>
            <a:off x="1184148" y="96057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20" name="Text 218"/>
          <p:cNvSpPr txBox="1"/>
          <p:nvPr/>
        </p:nvSpPr>
        <p:spPr>
          <a:xfrm>
            <a:off x="1531620" y="96057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21" name="Text 219"/>
          <p:cNvSpPr txBox="1"/>
          <p:nvPr/>
        </p:nvSpPr>
        <p:spPr>
          <a:xfrm>
            <a:off x="1952244" y="96057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22" name="Shape 220"/>
          <p:cNvSpPr/>
          <p:nvPr/>
        </p:nvSpPr>
        <p:spPr>
          <a:xfrm>
            <a:off x="2281428" y="962863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507492" y="98252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224" name="Text 222"/>
          <p:cNvSpPr txBox="1"/>
          <p:nvPr/>
        </p:nvSpPr>
        <p:spPr>
          <a:xfrm>
            <a:off x="507492" y="99166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No.7 / 9</a:t>
            </a:r>
            <a:endParaRPr lang="en-US" sz="700" dirty="0"/>
          </a:p>
        </p:txBody>
      </p:sp>
      <p:sp>
        <p:nvSpPr>
          <p:cNvPr id="225" name="Text 223"/>
          <p:cNvSpPr txBox="1"/>
          <p:nvPr/>
        </p:nvSpPr>
        <p:spPr>
          <a:xfrm>
            <a:off x="1293876" y="98069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226" name="Shape 224"/>
          <p:cNvSpPr/>
          <p:nvPr/>
        </p:nvSpPr>
        <p:spPr>
          <a:xfrm>
            <a:off x="2647188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227" name="Shape 225"/>
          <p:cNvSpPr/>
          <p:nvPr/>
        </p:nvSpPr>
        <p:spPr>
          <a:xfrm>
            <a:off x="2674620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738628" y="7018020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738628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2738628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231" name="Text 229"/>
          <p:cNvSpPr txBox="1"/>
          <p:nvPr/>
        </p:nvSpPr>
        <p:spPr>
          <a:xfrm>
            <a:off x="3177540" y="70363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232" name="Text 230"/>
          <p:cNvSpPr txBox="1"/>
          <p:nvPr/>
        </p:nvSpPr>
        <p:spPr>
          <a:xfrm>
            <a:off x="4018788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233" name="Shape 231"/>
          <p:cNvSpPr/>
          <p:nvPr/>
        </p:nvSpPr>
        <p:spPr>
          <a:xfrm>
            <a:off x="4613148" y="7082028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820924" y="7338060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2820924" y="73380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236" name="Shape 234"/>
          <p:cNvSpPr/>
          <p:nvPr/>
        </p:nvSpPr>
        <p:spPr>
          <a:xfrm>
            <a:off x="2793492" y="8444484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2793492" y="844448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238" name="Shape 236"/>
          <p:cNvSpPr/>
          <p:nvPr/>
        </p:nvSpPr>
        <p:spPr>
          <a:xfrm>
            <a:off x="2830068" y="870051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3287268" y="86639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240" name="Text 238"/>
          <p:cNvSpPr txBox="1"/>
          <p:nvPr/>
        </p:nvSpPr>
        <p:spPr>
          <a:xfrm>
            <a:off x="4247388" y="86639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241" name="Text 239"/>
          <p:cNvSpPr txBox="1"/>
          <p:nvPr/>
        </p:nvSpPr>
        <p:spPr>
          <a:xfrm>
            <a:off x="2830068" y="89108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2830068" y="9176004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012948" y="9176004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3287268" y="91394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45" name="Text 243"/>
          <p:cNvSpPr txBox="1"/>
          <p:nvPr/>
        </p:nvSpPr>
        <p:spPr>
          <a:xfrm>
            <a:off x="4247388" y="91394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246" name="Text 244"/>
          <p:cNvSpPr txBox="1"/>
          <p:nvPr/>
        </p:nvSpPr>
        <p:spPr>
          <a:xfrm>
            <a:off x="2830068" y="938631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47" name="Shape 245"/>
          <p:cNvSpPr/>
          <p:nvPr/>
        </p:nvSpPr>
        <p:spPr>
          <a:xfrm>
            <a:off x="2738628" y="960577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2775204" y="96057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49" name="Shape 247"/>
          <p:cNvSpPr/>
          <p:nvPr/>
        </p:nvSpPr>
        <p:spPr>
          <a:xfrm>
            <a:off x="3049524" y="9628632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3204972" y="96057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51" name="Text 249"/>
          <p:cNvSpPr txBox="1"/>
          <p:nvPr/>
        </p:nvSpPr>
        <p:spPr>
          <a:xfrm>
            <a:off x="3451860" y="96057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52" name="Text 250"/>
          <p:cNvSpPr txBox="1"/>
          <p:nvPr/>
        </p:nvSpPr>
        <p:spPr>
          <a:xfrm>
            <a:off x="3799332" y="96057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53" name="Text 251"/>
          <p:cNvSpPr txBox="1"/>
          <p:nvPr/>
        </p:nvSpPr>
        <p:spPr>
          <a:xfrm>
            <a:off x="4219956" y="96057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54" name="Shape 252"/>
          <p:cNvSpPr/>
          <p:nvPr/>
        </p:nvSpPr>
        <p:spPr>
          <a:xfrm>
            <a:off x="4549140" y="962863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>
            <a:off x="2775204" y="98252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256" name="Text 254"/>
          <p:cNvSpPr txBox="1"/>
          <p:nvPr/>
        </p:nvSpPr>
        <p:spPr>
          <a:xfrm>
            <a:off x="2775204" y="99166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No.8 / 9</a:t>
            </a:r>
            <a:endParaRPr lang="en-US" sz="700" dirty="0"/>
          </a:p>
        </p:txBody>
      </p:sp>
      <p:sp>
        <p:nvSpPr>
          <p:cNvPr id="257" name="Text 255"/>
          <p:cNvSpPr txBox="1"/>
          <p:nvPr/>
        </p:nvSpPr>
        <p:spPr>
          <a:xfrm>
            <a:off x="3561588" y="98069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  <p:sp>
        <p:nvSpPr>
          <p:cNvPr id="258" name="Shape 256"/>
          <p:cNvSpPr/>
          <p:nvPr/>
        </p:nvSpPr>
        <p:spPr>
          <a:xfrm>
            <a:off x="4914900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259" name="Shape 257"/>
          <p:cNvSpPr/>
          <p:nvPr/>
        </p:nvSpPr>
        <p:spPr>
          <a:xfrm>
            <a:off x="4942332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5006340" y="7018020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006340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62" name="Text 260"/>
          <p:cNvSpPr txBox="1"/>
          <p:nvPr/>
        </p:nvSpPr>
        <p:spPr>
          <a:xfrm>
            <a:off x="5006340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263" name="Text 261"/>
          <p:cNvSpPr txBox="1"/>
          <p:nvPr/>
        </p:nvSpPr>
        <p:spPr>
          <a:xfrm>
            <a:off x="5445252" y="70363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264" name="Text 262"/>
          <p:cNvSpPr txBox="1"/>
          <p:nvPr/>
        </p:nvSpPr>
        <p:spPr>
          <a:xfrm>
            <a:off x="6286500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265" name="Shape 263"/>
          <p:cNvSpPr/>
          <p:nvPr/>
        </p:nvSpPr>
        <p:spPr>
          <a:xfrm>
            <a:off x="6880860" y="7082028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088636" y="7338060"/>
            <a:ext cx="1920240" cy="1078992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67" name="Text 265"/>
          <p:cNvSpPr txBox="1"/>
          <p:nvPr/>
        </p:nvSpPr>
        <p:spPr>
          <a:xfrm>
            <a:off x="5088636" y="73380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5061204" y="8444484"/>
            <a:ext cx="1975104" cy="146304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69" name="Text 267"/>
          <p:cNvSpPr txBox="1"/>
          <p:nvPr/>
        </p:nvSpPr>
        <p:spPr>
          <a:xfrm>
            <a:off x="5061204" y="844448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○○ポケ　　たかさ：○m　おもさ：○kg</a:t>
            </a:r>
            <a:endParaRPr lang="en-US" sz="700" dirty="0"/>
          </a:p>
        </p:txBody>
      </p:sp>
      <p:sp>
        <p:nvSpPr>
          <p:cNvPr id="270" name="Shape 268"/>
          <p:cNvSpPr/>
          <p:nvPr/>
        </p:nvSpPr>
        <p:spPr>
          <a:xfrm>
            <a:off x="5097780" y="870051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1" name="Text 269"/>
          <p:cNvSpPr txBox="1"/>
          <p:nvPr/>
        </p:nvSpPr>
        <p:spPr>
          <a:xfrm>
            <a:off x="5554980" y="86639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272" name="Text 270"/>
          <p:cNvSpPr txBox="1"/>
          <p:nvPr/>
        </p:nvSpPr>
        <p:spPr>
          <a:xfrm>
            <a:off x="6515100" y="86639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273" name="Text 271"/>
          <p:cNvSpPr txBox="1"/>
          <p:nvPr/>
        </p:nvSpPr>
        <p:spPr>
          <a:xfrm>
            <a:off x="5097780" y="89108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74" name="Shape 272"/>
          <p:cNvSpPr/>
          <p:nvPr/>
        </p:nvSpPr>
        <p:spPr>
          <a:xfrm>
            <a:off x="5097780" y="9176004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280660" y="9176004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6" name="Text 274"/>
          <p:cNvSpPr txBox="1"/>
          <p:nvPr/>
        </p:nvSpPr>
        <p:spPr>
          <a:xfrm>
            <a:off x="5554980" y="91394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77" name="Text 275"/>
          <p:cNvSpPr txBox="1"/>
          <p:nvPr/>
        </p:nvSpPr>
        <p:spPr>
          <a:xfrm>
            <a:off x="6515100" y="91394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278" name="Text 276"/>
          <p:cNvSpPr txBox="1"/>
          <p:nvPr/>
        </p:nvSpPr>
        <p:spPr>
          <a:xfrm>
            <a:off x="5097780" y="938631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79" name="Shape 277"/>
          <p:cNvSpPr/>
          <p:nvPr/>
        </p:nvSpPr>
        <p:spPr>
          <a:xfrm>
            <a:off x="5006340" y="960577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80" name="Text 278"/>
          <p:cNvSpPr txBox="1"/>
          <p:nvPr/>
        </p:nvSpPr>
        <p:spPr>
          <a:xfrm>
            <a:off x="5042916" y="96057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81" name="Shape 279"/>
          <p:cNvSpPr/>
          <p:nvPr/>
        </p:nvSpPr>
        <p:spPr>
          <a:xfrm>
            <a:off x="5317236" y="9628632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82" name="Text 280"/>
          <p:cNvSpPr txBox="1"/>
          <p:nvPr/>
        </p:nvSpPr>
        <p:spPr>
          <a:xfrm>
            <a:off x="5472684" y="96057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83" name="Text 281"/>
          <p:cNvSpPr txBox="1"/>
          <p:nvPr/>
        </p:nvSpPr>
        <p:spPr>
          <a:xfrm>
            <a:off x="5719572" y="96057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84" name="Text 282"/>
          <p:cNvSpPr txBox="1"/>
          <p:nvPr/>
        </p:nvSpPr>
        <p:spPr>
          <a:xfrm>
            <a:off x="6067044" y="96057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85" name="Text 283"/>
          <p:cNvSpPr txBox="1"/>
          <p:nvPr/>
        </p:nvSpPr>
        <p:spPr>
          <a:xfrm>
            <a:off x="6487668" y="96057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86" name="Shape 284"/>
          <p:cNvSpPr/>
          <p:nvPr/>
        </p:nvSpPr>
        <p:spPr>
          <a:xfrm>
            <a:off x="6816852" y="962863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87" name="Text 285"/>
          <p:cNvSpPr txBox="1"/>
          <p:nvPr/>
        </p:nvSpPr>
        <p:spPr>
          <a:xfrm>
            <a:off x="5042916" y="98252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Illus. なまえ</a:t>
            </a:r>
            <a:endParaRPr lang="en-US" sz="650" dirty="0"/>
          </a:p>
        </p:txBody>
      </p:sp>
      <p:sp>
        <p:nvSpPr>
          <p:cNvPr id="288" name="Text 286"/>
          <p:cNvSpPr txBox="1"/>
          <p:nvPr/>
        </p:nvSpPr>
        <p:spPr>
          <a:xfrm>
            <a:off x="5042916" y="99166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No.9 / 9</a:t>
            </a:r>
            <a:endParaRPr lang="en-US" sz="700" dirty="0"/>
          </a:p>
        </p:txBody>
      </p:sp>
      <p:sp>
        <p:nvSpPr>
          <p:cNvPr id="289" name="Text 287"/>
          <p:cNvSpPr txBox="1"/>
          <p:nvPr/>
        </p:nvSpPr>
        <p:spPr>
          <a:xfrm>
            <a:off x="5829300" y="98069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ひとことせつめいを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ここにかく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オリジナルカード テンプレート（A4・9枚）</dc:title>
  <dc:subject>PptxGenJS Presentation</dc:subject>
  <dc:creator>PptxGenJS</dc:creator>
  <cp:lastModifiedBy>PptxGenJS</cp:lastModifiedBy>
  <cp:revision>1</cp:revision>
  <dcterms:created xsi:type="dcterms:W3CDTF">2026-10-10T03:30:51Z</dcterms:created>
  <dcterms:modified xsi:type="dcterms:W3CDTF">2026-10-10T03:30:51Z</dcterms:modified>
</cp:coreProperties>
</file>