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7315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ポケモンカード　プレイシート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846320" y="73152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なまえ：＿＿＿＿＿＿＿＿＿＿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429768"/>
            <a:ext cx="7013448" cy="4572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C9CC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448056"/>
            <a:ext cx="6830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自分の番：</a:t>
            </a:r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①山札から1まいひく → ②エネルギーを1まいつける → ③ベンチにポケモンを出す → ④にげる（OK）→ ⑤ワザ（番のおわり）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ルール：</a:t>
            </a:r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ダメージがHPいじょうで「きぜつ」。弱点の色は2ばい。かち＝サイド3まいとる／あいてのポケモンがいない／あいての山札がない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7415784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E9F3FC"/>
          </a:solidFill>
          <a:ln w="22225">
            <a:solidFill>
              <a:srgbClr val="3A8FD9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65760" y="7507224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3A8FD9"/>
          </a:solidFill>
          <a:ln w="6350">
            <a:solidFill>
              <a:srgbClr val="3A8F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750722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ベンチ ①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78912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ひかえのポケモン。たねポケモンをここに出す。3まいまで。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47188" y="7415784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E9F3FC"/>
          </a:solidFill>
          <a:ln w="22225">
            <a:solidFill>
              <a:srgbClr val="3A8FD9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738628" y="7507224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3A8FD9"/>
          </a:solidFill>
          <a:ln w="6350">
            <a:solidFill>
              <a:srgbClr val="3A8F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38628" y="750722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ベンチ ②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75204" y="78912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エネルギーは、ベンチのポケモンにもつけてOK。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0056" y="7415784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E9F3FC"/>
          </a:solidFill>
          <a:ln w="22225">
            <a:solidFill>
              <a:srgbClr val="3A8FD9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111496" y="7507224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3A8FD9"/>
          </a:solidFill>
          <a:ln w="6350">
            <a:solidFill>
              <a:srgbClr val="3A8F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11496" y="750722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ベンチ ③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48072" y="78912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バトル場のポケモンがきぜつしたら、ここから1まい出す。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647188" y="4174236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DECE8"/>
          </a:solidFill>
          <a:ln w="22225">
            <a:solidFill>
              <a:srgbClr val="E8452E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738628" y="4265676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E8452E"/>
          </a:solidFill>
          <a:ln w="6350">
            <a:solidFill>
              <a:srgbClr val="E845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38628" y="426567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バトル場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775204" y="464972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 たたかうポケモン。ワザをつかえるのは、ここのポケモンだけ。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ダメカン・サイコロ・状態異常マーカーは、このカードのよこにおく。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0056" y="4174236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0F2F4"/>
          </a:solidFill>
          <a:ln w="22225">
            <a:solidFill>
              <a:srgbClr val="7B8794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111496" y="4265676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7B8794"/>
          </a:solidFill>
          <a:ln w="6350">
            <a:solidFill>
              <a:srgbClr val="7B879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11496" y="426567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山札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148072" y="464972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さいしょに5まいひく。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番のはじめに1まいひく。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ひけなくなったら まけ。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" y="4174236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0F2F4"/>
          </a:solidFill>
          <a:ln w="22225">
            <a:solidFill>
              <a:srgbClr val="7B8794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365760" y="4265676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7B8794"/>
          </a:solidFill>
          <a:ln w="6350">
            <a:solidFill>
              <a:srgbClr val="7B879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65760" y="426567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トラッシュ（すて札）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02336" y="464972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きぜつしたポケモンと、すてたエネルギーを おく。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932688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FF7DB"/>
          </a:solidFill>
          <a:ln w="22225">
            <a:solidFill>
              <a:srgbClr val="D9A400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365760" y="1024128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D9A400"/>
          </a:solidFill>
          <a:ln w="6350">
            <a:solidFill>
              <a:srgbClr val="D9A4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5760" y="1024128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サイド ①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02336" y="14081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ふせておく（じゅんびで3まい）。あいてのポケモンをきぜつさせたら、1まいとる。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647188" y="932688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FF7DB"/>
          </a:solidFill>
          <a:ln w="22225">
            <a:solidFill>
              <a:srgbClr val="D9A400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2738628" y="1024128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D9A400"/>
          </a:solidFill>
          <a:ln w="6350">
            <a:solidFill>
              <a:srgbClr val="D9A4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738628" y="1024128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サイド ②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2775204" y="14081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exのポケモンをきぜつさせたら、2まいとる。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020056" y="932688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FF7DB"/>
          </a:solidFill>
          <a:ln w="22225">
            <a:solidFill>
              <a:srgbClr val="D9A400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5111496" y="1024128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D9A400"/>
          </a:solidFill>
          <a:ln w="6350">
            <a:solidFill>
              <a:srgbClr val="D9A40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11496" y="1024128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サイド ③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48072" y="14081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3まいぜんぶとったら、かち！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ポケモンカード プレイシート</dc:title>
  <dc:subject>PptxGenJS Presentation</dc:subject>
  <dc:creator>PptxGenJS</dc:creator>
  <cp:lastModifiedBy>PptxGenJS</cp:lastModifiedBy>
  <cp:revision>1</cp:revision>
  <dcterms:created xsi:type="dcterms:W3CDTF">2026-10-10T23:36:48Z</dcterms:created>
  <dcterms:modified xsi:type="dcterms:W3CDTF">2026-10-10T23:36:48Z</dcterms:modified>
</cp:coreProperties>
</file>